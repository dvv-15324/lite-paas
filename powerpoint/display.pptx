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7" r:id="rId4"/>
    <p:sldId id="263" r:id="rId5"/>
    <p:sldId id="264" r:id="rId6"/>
    <p:sldId id="265" r:id="rId7"/>
    <p:sldId id="260" r:id="rId8"/>
    <p:sldId id="261" r:id="rId9"/>
    <p:sldId id="262" r:id="rId10"/>
    <p:sldId id="267" r:id="rId11"/>
    <p:sldId id="266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CEF0"/>
    <a:srgbClr val="EAEAEA"/>
    <a:srgbClr val="FFFFFF"/>
    <a:srgbClr val="B2B2B2"/>
    <a:srgbClr val="0B3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24624-8A08-4696-AFAF-48515193799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14FB-EF47-437B-95D6-6D85B651D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14FB-EF47-437B-95D6-6D85B651D1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4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2528-1343-5D85-0F9F-FA8FBC50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E4878-82BF-3D03-C386-AA4DD53B8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F3A81-C528-3515-22A6-DB8F91C2C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F3643-B3E7-061B-6F2E-B6BDD7820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87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B5E7-3304-BA66-E00D-4C573049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1AB07-9459-903E-8CAE-3898BCCB7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FED25-91AC-8111-43C7-6E8D3B023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76F0C-DC2F-C8B5-04C0-51E2DB033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19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9132-CC74-1C12-B745-7156726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7714C-F28A-74A3-5AEC-A265A39E9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DC45F-1D86-6958-FDC6-6BE3E086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9F0D-2223-68F8-13F2-108F14E6C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81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111D-0762-8A0F-9153-419A3B1A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C5129-EB57-36DE-06F7-A2FBE6C05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9B52A-5E18-AB85-F237-2803C1877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4916-93B0-2C07-D9A3-D84BDA7B1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667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DDC26-5E1D-00E0-B4FB-80B5FFC2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D2A5A-034A-B72E-3070-CE957CCAA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491C1-C032-EA40-355F-8A4F36E3A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E8DC9-C6A1-3F40-8401-D49ECB8BE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152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98F0-3F8D-D520-7700-783F01FA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41DB1-CC4C-7718-A80B-D0752C824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6FF28-8D8B-CB90-F4E9-DE3463869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ADC90-95A0-C6FD-BE93-B56EDE8F5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60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D81C-3B83-E509-D67B-F082DCA6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0E1E4-FD6F-DDDE-BF30-419DC186E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6E86C-9142-8DB4-B982-E5D47ED69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4D1B-D119-ABAC-92A2-8EE9E4541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909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5CF75-AF21-FBF9-9C4E-4188A00D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CF14C-A580-540D-3D52-849A80BF6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DBB3E-030A-0C39-0758-23AD23AE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388F2-1CC6-94C0-65FE-05324795A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891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EE20-5A93-D8EC-C497-8ABB9A8F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9993D-B193-88CE-8CC0-F710A8754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5CFC9-67B0-7B08-612E-4BF492583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E184D-06A5-A627-E5A8-1AFA8EE54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846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7A24-0184-95B7-13DE-5DFA1F5A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9F0E2-5A30-65A5-25B1-0E63A9667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4C0CA-3B43-1D2C-7A12-2802201DA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79027-70BB-E411-A073-1D1900056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350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6E35-4336-424A-A48F-54F9D123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0BC55-AF17-6E9C-86E5-4400B7C1A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DDD84-54D1-9250-316D-7619D2454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C98FF-7430-E126-C6EB-03861E3E6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163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79C16-DE21-C1B9-32F7-6279A350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58B4E-520C-1A89-1EF9-5729E2101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530AB-480D-8381-159B-56B856E07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AF713-387A-54EE-38FF-230026E7C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F314FB-EF47-437B-95D6-6D85B651D1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18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32A6-3382-50DF-19DE-E1BF2255A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725FC-073D-E5E8-7E03-1AFEBC71C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A716A-EBE9-C74E-577D-2BAD4A42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4F80D-1E4D-2C56-C2E7-7C230ED7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3886D-AC35-849C-A344-6A222E41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2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6D89-C4AC-8EE3-31B4-4472C2A4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C363-F275-1F14-8E4A-5702D8DE7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68ED0-1E1F-1210-2E41-71F239A5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A396A-61E1-DDA0-4281-4E844A40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059C4-529C-D55E-7335-9B7AE304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9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4960-7477-4FF2-05A7-5CC2CE4B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19652-1CA4-C9F4-EF23-A58B6617F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3D02-CD9B-B8CE-1CE1-2C9624BB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CCBD2-E619-7687-4A1E-CB395819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F3A5C-B5A8-B8E0-4EEB-28C4B688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5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4193-39C4-DC7C-BFA5-50339545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AAA1A-EA09-1F87-4980-9C441A177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2CC44-A338-1516-1D26-BDE32BE71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A5480-6A43-0441-3808-DD6A71EC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B38F7-11A9-9A7A-0C86-1D5BE403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9F73B-3A88-94F3-C316-6FEB601C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0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3D97-A929-453E-8AD4-AF7A2533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4C39D-AD0C-24C8-56CB-020D806C7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7BA74-DD1F-9845-5A22-39F0429A1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86823-F601-D5A4-4DBA-A28AA652F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8C2BD-824F-3987-0005-77C46DEAB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23D8C-695C-691B-1614-F4FDBAC1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64E48-46AE-31E4-2904-1C20C99B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DDC39-9A6B-2B4A-5434-47CE72D54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7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9EB9-A070-4DD1-0E64-B18C5FD9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60ACD-6B21-3DC5-2042-DAF1B2B2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4FCFF-C473-BF43-7821-4D07251E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8D1E3-697A-5E4C-32EA-450E4BA9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64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4F058-1E10-684D-E2ED-79801C08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DF8C8-C662-A121-1771-745CB47D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469C1-E4E7-93E3-A054-BEF5DADB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7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AB0D-8B40-E551-5BB0-4588B545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B855-2CB8-2950-618B-25C1123B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3FBF1-D90B-D51F-927B-965850409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CD520-A5BC-F92F-F417-1D6EEFB3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A7AED-607F-8AC4-5B42-F486C6AF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A98D2-2EEF-C4A4-7091-D7B74686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3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47D5-8C9D-5309-6C68-1ACA8EEE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55E61-1C42-EE06-2CFE-C9C603E1A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55214-A6FA-12F8-558B-7DC883F26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491D6-C7E5-89A8-692B-2AC52EA2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A2F82-5FD5-7AA3-75EA-C1C0E9E1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B9BA3-94F4-6321-EDEF-4465D021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7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AAD6-1165-3471-ED54-CD6E5775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97575-1782-D0E7-E786-7CDF94C51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B537-C4AB-0245-D79C-5B75B0E5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9BDD6-D999-38B9-9F6A-A56F405A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35F09-D9D8-9492-AAEA-875A3284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5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11F3E-7075-42CA-9253-47EEF8F06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7BB9-CDCE-9D1A-AAE4-A0AEF2F10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C4C26-14F2-D5A5-AFC7-9879791D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55ED1-6154-E22B-EC83-FF89409B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A34B8-F913-9369-C2B3-21CAF368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4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80B29-E28D-AF5B-5314-91359668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B2D16-86AC-D115-E4A6-9936650DD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AAF42-7A2C-F95D-17C5-E556083E9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B7A03-B360-4260-8EEC-359D33A5AB2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E2C5-7D93-F61F-30E8-F353D40CC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3BC4-C52F-433F-7948-3040C7469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3833B-5F4C-445E-B8E5-32FBDF0C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1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6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hyperlink" Target="mailto:dinhvietvu15032004bn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FC54E-D571-98DE-CFF8-7C7BE71A584F}"/>
              </a:ext>
            </a:extLst>
          </p:cNvPr>
          <p:cNvSpPr>
            <a:spLocks/>
          </p:cNvSpPr>
          <p:nvPr/>
        </p:nvSpPr>
        <p:spPr>
          <a:xfrm>
            <a:off x="1218155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B6A1B8-4E56-6AB9-E9A7-E6EAEC111EFB}"/>
              </a:ext>
            </a:extLst>
          </p:cNvPr>
          <p:cNvSpPr>
            <a:spLocks/>
          </p:cNvSpPr>
          <p:nvPr/>
        </p:nvSpPr>
        <p:spPr>
          <a:xfrm>
            <a:off x="1639846" y="2498333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Họ và tên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D53B60-2031-8579-1F2A-CCCB2358129F}"/>
              </a:ext>
            </a:extLst>
          </p:cNvPr>
          <p:cNvSpPr>
            <a:spLocks/>
          </p:cNvSpPr>
          <p:nvPr/>
        </p:nvSpPr>
        <p:spPr>
          <a:xfrm>
            <a:off x="1918921" y="2106872"/>
            <a:ext cx="1298468" cy="309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Đăng kí</a:t>
            </a:r>
          </a:p>
          <a:p>
            <a:pPr algn="ctr"/>
            <a:r>
              <a:rPr lang="en-US" sz="12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Tài Khoản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217B61-1417-A87A-D426-3AAC7E462402}"/>
              </a:ext>
            </a:extLst>
          </p:cNvPr>
          <p:cNvSpPr>
            <a:spLocks/>
          </p:cNvSpPr>
          <p:nvPr/>
        </p:nvSpPr>
        <p:spPr>
          <a:xfrm>
            <a:off x="1249628" y="4660491"/>
            <a:ext cx="2628902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u="sn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389B2-722A-1E38-B877-63A797458827}"/>
              </a:ext>
            </a:extLst>
          </p:cNvPr>
          <p:cNvSpPr txBox="1">
            <a:spLocks/>
          </p:cNvSpPr>
          <p:nvPr/>
        </p:nvSpPr>
        <p:spPr>
          <a:xfrm>
            <a:off x="1319459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u="sng">
                <a:solidFill>
                  <a:schemeClr val="bg1"/>
                </a:solidFill>
              </a:rPr>
              <a:t>BNCloud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Hỗ trợ 24/24h</a:t>
            </a:r>
          </a:p>
          <a:p>
            <a:pPr algn="ctr"/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 Cung cấp dịch vụ đám mây và nền tảng triển khai ứng dụng nhanh chóng, an toàn và linh hoạt.</a:t>
            </a:r>
          </a:p>
          <a:p>
            <a:endParaRPr lang="en-US" sz="800">
              <a:solidFill>
                <a:srgbClr val="0B304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Đàm bảo hiệu xuất ổn định, bảo mật tối đa, hỗ trợ kĩ thuật tận tâm.</a:t>
            </a:r>
          </a:p>
          <a:p>
            <a:pPr marL="171450" indent="-171450" algn="ctr">
              <a:buFontTx/>
              <a:buChar char="-"/>
            </a:pPr>
            <a:endParaRPr lang="en-US" sz="800" b="1" u="sng">
              <a:solidFill>
                <a:schemeClr val="bg1"/>
              </a:solidFill>
            </a:endParaRP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Liện hệ với chúng tôi: </a:t>
            </a:r>
          </a:p>
          <a:p>
            <a:pPr algn="ctr"/>
            <a:endParaRPr lang="en-US" sz="800" b="1">
              <a:solidFill>
                <a:schemeClr val="bg1"/>
              </a:solidFill>
            </a:endParaRPr>
          </a:p>
          <a:p>
            <a:pPr algn="ctr"/>
            <a:endParaRPr lang="en-US" sz="800" b="1">
              <a:solidFill>
                <a:schemeClr val="bg1"/>
              </a:solidFill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434E8B-7928-7AEF-22E4-CE67E7BC1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307540"/>
              </p:ext>
            </p:extLst>
          </p:nvPr>
        </p:nvGraphicFramePr>
        <p:xfrm>
          <a:off x="1319457" y="6060659"/>
          <a:ext cx="2559072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36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79536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45" name="Picture 44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BC725667-C1B1-DE67-FCC0-DF0A92E2C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946" y="6115148"/>
            <a:ext cx="113057" cy="11305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CE5EB1F-3276-3122-90CC-50DC36AB54CB}"/>
              </a:ext>
            </a:extLst>
          </p:cNvPr>
          <p:cNvSpPr>
            <a:spLocks/>
          </p:cNvSpPr>
          <p:nvPr/>
        </p:nvSpPr>
        <p:spPr>
          <a:xfrm>
            <a:off x="1639847" y="4198626"/>
            <a:ext cx="1848463" cy="2548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Đăng kí</a:t>
            </a:r>
          </a:p>
        </p:txBody>
      </p:sp>
      <p:pic>
        <p:nvPicPr>
          <p:cNvPr id="50" name="Picture 49" descr="A blue and white logo&#10;&#10;AI-generated content may be incorrect.">
            <a:extLst>
              <a:ext uri="{FF2B5EF4-FFF2-40B4-BE49-F238E27FC236}">
                <a16:creationId xmlns:a16="http://schemas.microsoft.com/office/drawing/2014/main" id="{DD0F435A-8A22-633A-54FC-8ED883C91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994" y="6082332"/>
            <a:ext cx="324459" cy="16200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86C6B196-6638-40B2-2D4B-5461A74ABDA7}"/>
              </a:ext>
            </a:extLst>
          </p:cNvPr>
          <p:cNvSpPr>
            <a:spLocks/>
          </p:cNvSpPr>
          <p:nvPr/>
        </p:nvSpPr>
        <p:spPr>
          <a:xfrm>
            <a:off x="4797877" y="463811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2078D8A-B50D-4FB2-72BD-147FAF573F65}"/>
              </a:ext>
            </a:extLst>
          </p:cNvPr>
          <p:cNvSpPr>
            <a:spLocks/>
          </p:cNvSpPr>
          <p:nvPr/>
        </p:nvSpPr>
        <p:spPr>
          <a:xfrm>
            <a:off x="5240730" y="2604930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Email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B87E25-A2F3-EF5D-1BB8-4A822F090BB1}"/>
              </a:ext>
            </a:extLst>
          </p:cNvPr>
          <p:cNvSpPr>
            <a:spLocks/>
          </p:cNvSpPr>
          <p:nvPr/>
        </p:nvSpPr>
        <p:spPr>
          <a:xfrm>
            <a:off x="5240730" y="301937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Mật khẩu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61560D-5013-F898-8C87-C9DA193724CF}"/>
              </a:ext>
            </a:extLst>
          </p:cNvPr>
          <p:cNvSpPr>
            <a:spLocks/>
          </p:cNvSpPr>
          <p:nvPr/>
        </p:nvSpPr>
        <p:spPr>
          <a:xfrm>
            <a:off x="5498974" y="2217346"/>
            <a:ext cx="1298468" cy="309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Đăng nhập</a:t>
            </a:r>
          </a:p>
          <a:p>
            <a:pPr algn="ctr"/>
            <a:r>
              <a:rPr lang="en-US" sz="12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Tài Khoản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0F6AF96-AA39-2341-43F5-2BD82DB3D99C}"/>
              </a:ext>
            </a:extLst>
          </p:cNvPr>
          <p:cNvSpPr>
            <a:spLocks/>
          </p:cNvSpPr>
          <p:nvPr/>
        </p:nvSpPr>
        <p:spPr>
          <a:xfrm>
            <a:off x="4837502" y="4641902"/>
            <a:ext cx="2615365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u="sng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15A4E4-6982-8592-6DA7-CA343A050096}"/>
              </a:ext>
            </a:extLst>
          </p:cNvPr>
          <p:cNvSpPr txBox="1">
            <a:spLocks/>
          </p:cNvSpPr>
          <p:nvPr/>
        </p:nvSpPr>
        <p:spPr>
          <a:xfrm>
            <a:off x="4889347" y="4719770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u="sng">
                <a:solidFill>
                  <a:schemeClr val="bg1"/>
                </a:solidFill>
              </a:rPr>
              <a:t>BNCloud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Hỗ trợ 24/24h</a:t>
            </a:r>
          </a:p>
          <a:p>
            <a:pPr algn="ctr"/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 Cung cấp dịch vụ đám mây và nền tảng triển khai ứng dụng nhanh chóng, an toàn và linh hoạt.</a:t>
            </a:r>
          </a:p>
          <a:p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Đàm bảo hiệu xuất ổn định, bảo mật tối đa, hỗ trợ kĩ thuật tận tâm.</a:t>
            </a:r>
          </a:p>
          <a:p>
            <a:pPr marL="171450" indent="-171450" algn="ctr">
              <a:buFontTx/>
              <a:buChar char="-"/>
            </a:pPr>
            <a:endParaRPr lang="en-US" sz="800" b="1" u="sng">
              <a:solidFill>
                <a:schemeClr val="bg1"/>
              </a:solidFill>
            </a:endParaRP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Liện hệ với chúng tôi: </a:t>
            </a:r>
          </a:p>
          <a:p>
            <a:pPr algn="ctr"/>
            <a:endParaRPr lang="en-US" sz="800" b="1">
              <a:solidFill>
                <a:schemeClr val="bg1"/>
              </a:solidFill>
            </a:endParaRPr>
          </a:p>
          <a:p>
            <a:pPr algn="ctr"/>
            <a:endParaRPr lang="en-US" sz="800" b="1">
              <a:solidFill>
                <a:schemeClr val="bg1"/>
              </a:solidFill>
            </a:endParaRP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8F60A132-4393-ED98-D423-5DCA018C8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56206"/>
              </p:ext>
            </p:extLst>
          </p:nvPr>
        </p:nvGraphicFramePr>
        <p:xfrm>
          <a:off x="4847336" y="6042070"/>
          <a:ext cx="2549238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19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74619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74" name="Picture 73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726F15AF-FCFA-9134-0009-E355D85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824" y="6094431"/>
            <a:ext cx="113057" cy="113057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B24D8B59-9722-C51E-405C-069DE44F8FA6}"/>
              </a:ext>
            </a:extLst>
          </p:cNvPr>
          <p:cNvSpPr>
            <a:spLocks/>
          </p:cNvSpPr>
          <p:nvPr/>
        </p:nvSpPr>
        <p:spPr>
          <a:xfrm>
            <a:off x="5240730" y="3427929"/>
            <a:ext cx="1848464" cy="2548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Đăng nhập</a:t>
            </a:r>
          </a:p>
        </p:txBody>
      </p:sp>
      <p:pic>
        <p:nvPicPr>
          <p:cNvPr id="76" name="Picture 75" descr="A blue and white logo&#10;&#10;AI-generated content may be incorrect.">
            <a:extLst>
              <a:ext uri="{FF2B5EF4-FFF2-40B4-BE49-F238E27FC236}">
                <a16:creationId xmlns:a16="http://schemas.microsoft.com/office/drawing/2014/main" id="{8917612D-7B9E-14FD-B8C0-0FF79BC3C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213" y="6069960"/>
            <a:ext cx="324459" cy="16200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6C3ABBEC-6BA0-D163-B198-7D5BBCE075C4}"/>
              </a:ext>
            </a:extLst>
          </p:cNvPr>
          <p:cNvSpPr>
            <a:spLocks/>
          </p:cNvSpPr>
          <p:nvPr/>
        </p:nvSpPr>
        <p:spPr>
          <a:xfrm>
            <a:off x="6921247" y="518447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  <a:highlight>
                  <a:srgbClr val="C0C0C0"/>
                </a:highlight>
              </a:rPr>
              <a:t>80%</a:t>
            </a:r>
          </a:p>
        </p:txBody>
      </p: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8699FDC9-1AEA-C348-68B3-3235B9DE47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4287993"/>
              </p:ext>
            </p:extLst>
          </p:nvPr>
        </p:nvGraphicFramePr>
        <p:xfrm>
          <a:off x="4838241" y="607233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08" name="Action Button: Go Home 10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A527C82-1487-F5ED-9705-6AF7D554D0C6}"/>
              </a:ext>
            </a:extLst>
          </p:cNvPr>
          <p:cNvSpPr>
            <a:spLocks/>
          </p:cNvSpPr>
          <p:nvPr/>
        </p:nvSpPr>
        <p:spPr>
          <a:xfrm>
            <a:off x="4952371" y="634471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9AFD3FE-1653-4517-EBC7-94B223E0F899}"/>
              </a:ext>
            </a:extLst>
          </p:cNvPr>
          <p:cNvSpPr>
            <a:spLocks/>
          </p:cNvSpPr>
          <p:nvPr/>
        </p:nvSpPr>
        <p:spPr>
          <a:xfrm>
            <a:off x="7271264" y="518447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34603E0-FF88-ADE9-7891-74C81F09EA50}"/>
              </a:ext>
            </a:extLst>
          </p:cNvPr>
          <p:cNvSpPr>
            <a:spLocks/>
          </p:cNvSpPr>
          <p:nvPr/>
        </p:nvSpPr>
        <p:spPr>
          <a:xfrm>
            <a:off x="7334566" y="518447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6F744E5-BAC8-4F08-55F0-60B8B482A7DD}"/>
              </a:ext>
            </a:extLst>
          </p:cNvPr>
          <p:cNvSpPr>
            <a:spLocks/>
          </p:cNvSpPr>
          <p:nvPr/>
        </p:nvSpPr>
        <p:spPr>
          <a:xfrm>
            <a:off x="7216310" y="518447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C1152D3-E8D5-AEF1-2269-D953808D8D99}"/>
              </a:ext>
            </a:extLst>
          </p:cNvPr>
          <p:cNvSpPr>
            <a:spLocks/>
          </p:cNvSpPr>
          <p:nvPr/>
        </p:nvSpPr>
        <p:spPr>
          <a:xfrm>
            <a:off x="1639846" y="292838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Email 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E09A88F-9937-7032-FD9C-D0D5D3BA3A9E}"/>
              </a:ext>
            </a:extLst>
          </p:cNvPr>
          <p:cNvSpPr>
            <a:spLocks/>
          </p:cNvSpPr>
          <p:nvPr/>
        </p:nvSpPr>
        <p:spPr>
          <a:xfrm>
            <a:off x="1639846" y="335843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Mật khẩu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5632960-07F0-6DB7-AB62-BEB33EAE0580}"/>
              </a:ext>
            </a:extLst>
          </p:cNvPr>
          <p:cNvSpPr txBox="1">
            <a:spLocks/>
          </p:cNvSpPr>
          <p:nvPr/>
        </p:nvSpPr>
        <p:spPr>
          <a:xfrm>
            <a:off x="5354117" y="3998704"/>
            <a:ext cx="16976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/>
              <a:t>Chưa có bạn có thể đăng kí tại </a:t>
            </a:r>
            <a:r>
              <a:rPr lang="en-US" sz="600" u="sng">
                <a:highlight>
                  <a:srgbClr val="C0C0C0"/>
                </a:highlight>
              </a:rPr>
              <a:t>đây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4D6D789-6341-0ED5-64CB-D937C56EE593}"/>
              </a:ext>
            </a:extLst>
          </p:cNvPr>
          <p:cNvSpPr txBox="1">
            <a:spLocks/>
          </p:cNvSpPr>
          <p:nvPr/>
        </p:nvSpPr>
        <p:spPr>
          <a:xfrm>
            <a:off x="5344284" y="4131045"/>
            <a:ext cx="16976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u="sng">
                <a:highlight>
                  <a:srgbClr val="C0C0C0"/>
                </a:highlight>
              </a:rPr>
              <a:t>Quên tài khoản</a:t>
            </a:r>
          </a:p>
        </p:txBody>
      </p:sp>
      <p:pic>
        <p:nvPicPr>
          <p:cNvPr id="218" name="Picture 21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2103F797-26FB-23A9-BD09-24B159B1F6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187" y="981334"/>
            <a:ext cx="1671937" cy="1040666"/>
          </a:xfrm>
          <a:prstGeom prst="rect">
            <a:avLst/>
          </a:prstGeom>
        </p:spPr>
      </p:pic>
      <p:sp>
        <p:nvSpPr>
          <p:cNvPr id="226" name="Rectangle 225">
            <a:extLst>
              <a:ext uri="{FF2B5EF4-FFF2-40B4-BE49-F238E27FC236}">
                <a16:creationId xmlns:a16="http://schemas.microsoft.com/office/drawing/2014/main" id="{2EE55AEF-5FFE-42CF-ED8D-F0C2A0026F76}"/>
              </a:ext>
            </a:extLst>
          </p:cNvPr>
          <p:cNvSpPr>
            <a:spLocks/>
          </p:cNvSpPr>
          <p:nvPr/>
        </p:nvSpPr>
        <p:spPr>
          <a:xfrm>
            <a:off x="3332634" y="545685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  <a:highlight>
                  <a:srgbClr val="C0C0C0"/>
                </a:highlight>
              </a:rPr>
              <a:t>80%</a:t>
            </a:r>
          </a:p>
        </p:txBody>
      </p:sp>
      <p:graphicFrame>
        <p:nvGraphicFramePr>
          <p:cNvPr id="227" name="Table 226">
            <a:extLst>
              <a:ext uri="{FF2B5EF4-FFF2-40B4-BE49-F238E27FC236}">
                <a16:creationId xmlns:a16="http://schemas.microsoft.com/office/drawing/2014/main" id="{DEC5D326-186A-5511-608E-C004B4017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1134638"/>
              </p:ext>
            </p:extLst>
          </p:nvPr>
        </p:nvGraphicFramePr>
        <p:xfrm>
          <a:off x="1249628" y="634471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228" name="Action Button: Go Home 22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F31D3F0-F134-FE79-E7F0-D00976FB7D85}"/>
              </a:ext>
            </a:extLst>
          </p:cNvPr>
          <p:cNvSpPr>
            <a:spLocks/>
          </p:cNvSpPr>
          <p:nvPr/>
        </p:nvSpPr>
        <p:spPr>
          <a:xfrm>
            <a:off x="1363758" y="661709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C37C6AB6-0B04-7A7F-62EF-3B1DC1867888}"/>
              </a:ext>
            </a:extLst>
          </p:cNvPr>
          <p:cNvSpPr>
            <a:spLocks/>
          </p:cNvSpPr>
          <p:nvPr/>
        </p:nvSpPr>
        <p:spPr>
          <a:xfrm>
            <a:off x="3682651" y="545685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025FE71-5292-54D6-6857-0237E07CD638}"/>
              </a:ext>
            </a:extLst>
          </p:cNvPr>
          <p:cNvSpPr>
            <a:spLocks/>
          </p:cNvSpPr>
          <p:nvPr/>
        </p:nvSpPr>
        <p:spPr>
          <a:xfrm>
            <a:off x="3745953" y="545685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D0DAFA6-A96A-E7E2-8F1B-41D2B736DB7F}"/>
              </a:ext>
            </a:extLst>
          </p:cNvPr>
          <p:cNvSpPr>
            <a:spLocks/>
          </p:cNvSpPr>
          <p:nvPr/>
        </p:nvSpPr>
        <p:spPr>
          <a:xfrm>
            <a:off x="3627697" y="545685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2" name="Picture 231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54D792E9-3A42-BE0A-6752-AE240C0F84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012" y="889212"/>
            <a:ext cx="1671937" cy="10406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85509A-FB9B-27B5-B1AA-932FA65B3644}"/>
              </a:ext>
            </a:extLst>
          </p:cNvPr>
          <p:cNvSpPr txBox="1"/>
          <p:nvPr/>
        </p:nvSpPr>
        <p:spPr>
          <a:xfrm>
            <a:off x="5256020" y="3733012"/>
            <a:ext cx="184846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        Đăng nhập với Google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97AF5F-8FB5-1431-98C8-5BD36F6589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1" y="3773339"/>
            <a:ext cx="150005" cy="1500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913FCD-504A-95F5-6C90-4B6F9406E5B6}"/>
              </a:ext>
            </a:extLst>
          </p:cNvPr>
          <p:cNvSpPr txBox="1">
            <a:spLocks/>
          </p:cNvSpPr>
          <p:nvPr/>
        </p:nvSpPr>
        <p:spPr>
          <a:xfrm>
            <a:off x="1646835" y="4466107"/>
            <a:ext cx="18484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/>
              <a:t>Bạn đã có đăng nhập tại </a:t>
            </a:r>
            <a:r>
              <a:rPr lang="en-US" sz="600" u="sng">
                <a:highlight>
                  <a:srgbClr val="C0C0C0"/>
                </a:highlight>
              </a:rPr>
              <a:t>đây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49D3F9-15EE-8496-BEC2-47E889F3D64C}"/>
              </a:ext>
            </a:extLst>
          </p:cNvPr>
          <p:cNvSpPr>
            <a:spLocks/>
          </p:cNvSpPr>
          <p:nvPr/>
        </p:nvSpPr>
        <p:spPr>
          <a:xfrm>
            <a:off x="1639846" y="3788342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Xác nhận lại mật khẩu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D08B-D553-8B69-EF1A-4ACA8F379F87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0AB69-87FB-830F-FD8A-F11E9BDED18F}"/>
              </a:ext>
            </a:extLst>
          </p:cNvPr>
          <p:cNvSpPr>
            <a:spLocks/>
          </p:cNvSpPr>
          <p:nvPr/>
        </p:nvSpPr>
        <p:spPr>
          <a:xfrm>
            <a:off x="8417224" y="482687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14AFD-720D-0E4C-D708-01945A72CB5D}"/>
              </a:ext>
            </a:extLst>
          </p:cNvPr>
          <p:cNvSpPr>
            <a:spLocks/>
          </p:cNvSpPr>
          <p:nvPr/>
        </p:nvSpPr>
        <p:spPr>
          <a:xfrm>
            <a:off x="8844860" y="3310668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CB7105-8E4F-9AD3-BC36-F7EA3894AC32}"/>
              </a:ext>
            </a:extLst>
          </p:cNvPr>
          <p:cNvSpPr>
            <a:spLocks/>
          </p:cNvSpPr>
          <p:nvPr/>
        </p:nvSpPr>
        <p:spPr>
          <a:xfrm>
            <a:off x="8844860" y="4240974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971742-6294-B37E-B9E1-23B7AA17AEBC}"/>
              </a:ext>
            </a:extLst>
          </p:cNvPr>
          <p:cNvSpPr>
            <a:spLocks/>
          </p:cNvSpPr>
          <p:nvPr/>
        </p:nvSpPr>
        <p:spPr>
          <a:xfrm>
            <a:off x="10191859" y="1076732"/>
            <a:ext cx="746664" cy="23276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tx2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Đăng nhập</a:t>
            </a:r>
            <a:endParaRPr kumimoji="0" lang="en-US" sz="800" b="1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9E5443-973A-5CEA-F701-2A666982E87D}"/>
              </a:ext>
            </a:extLst>
          </p:cNvPr>
          <p:cNvSpPr>
            <a:spLocks/>
          </p:cNvSpPr>
          <p:nvPr/>
        </p:nvSpPr>
        <p:spPr>
          <a:xfrm>
            <a:off x="8407391" y="4660778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58B93C-64AE-56E5-69A1-42C5F25F3109}"/>
              </a:ext>
            </a:extLst>
          </p:cNvPr>
          <p:cNvSpPr txBox="1">
            <a:spLocks/>
          </p:cNvSpPr>
          <p:nvPr/>
        </p:nvSpPr>
        <p:spPr>
          <a:xfrm>
            <a:off x="8508694" y="4738646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09F43F-76F7-FB87-94B9-3C1DEE046C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5260588"/>
              </p:ext>
            </p:extLst>
          </p:nvPr>
        </p:nvGraphicFramePr>
        <p:xfrm>
          <a:off x="8508694" y="6060946"/>
          <a:ext cx="250722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61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27" name="Picture 2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459B329B-3140-8D6D-1936-067E95EB3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514" y="6115233"/>
            <a:ext cx="113057" cy="113057"/>
          </a:xfrm>
          <a:prstGeom prst="rect">
            <a:avLst/>
          </a:prstGeom>
        </p:spPr>
      </p:pic>
      <p:pic>
        <p:nvPicPr>
          <p:cNvPr id="28" name="Picture 27" descr="A blue and white logo&#10;&#10;AI-generated content may be incorrect.">
            <a:extLst>
              <a:ext uri="{FF2B5EF4-FFF2-40B4-BE49-F238E27FC236}">
                <a16:creationId xmlns:a16="http://schemas.microsoft.com/office/drawing/2014/main" id="{2F157DD8-E0D2-CA48-D1DA-13E600070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227" y="6088316"/>
            <a:ext cx="324459" cy="162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D53FC6D-F030-3B2D-CFE4-59BE44C41DA2}"/>
              </a:ext>
            </a:extLst>
          </p:cNvPr>
          <p:cNvSpPr>
            <a:spLocks/>
          </p:cNvSpPr>
          <p:nvPr/>
        </p:nvSpPr>
        <p:spPr>
          <a:xfrm>
            <a:off x="10526900" y="543685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FAE791-B3EC-8AB7-6C82-DC0D4D0E414A}"/>
              </a:ext>
            </a:extLst>
          </p:cNvPr>
          <p:cNvSpPr>
            <a:spLocks/>
          </p:cNvSpPr>
          <p:nvPr/>
        </p:nvSpPr>
        <p:spPr>
          <a:xfrm>
            <a:off x="10876917" y="543685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B95226-D4B7-A79A-1273-879ADD0B72D2}"/>
              </a:ext>
            </a:extLst>
          </p:cNvPr>
          <p:cNvSpPr>
            <a:spLocks/>
          </p:cNvSpPr>
          <p:nvPr/>
        </p:nvSpPr>
        <p:spPr>
          <a:xfrm>
            <a:off x="10940219" y="543685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235FD7-DCFD-8CA2-D142-B3A4DDFE78F4}"/>
              </a:ext>
            </a:extLst>
          </p:cNvPr>
          <p:cNvSpPr>
            <a:spLocks/>
          </p:cNvSpPr>
          <p:nvPr/>
        </p:nvSpPr>
        <p:spPr>
          <a:xfrm>
            <a:off x="10821963" y="543685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406AD8-6243-124C-014A-EDA86323196F}"/>
              </a:ext>
            </a:extLst>
          </p:cNvPr>
          <p:cNvSpPr>
            <a:spLocks/>
          </p:cNvSpPr>
          <p:nvPr/>
        </p:nvSpPr>
        <p:spPr>
          <a:xfrm>
            <a:off x="8844860" y="2842700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48A9E6-F9C5-4A52-1B18-B7FB0B19F5D8}"/>
              </a:ext>
            </a:extLst>
          </p:cNvPr>
          <p:cNvSpPr>
            <a:spLocks/>
          </p:cNvSpPr>
          <p:nvPr/>
        </p:nvSpPr>
        <p:spPr>
          <a:xfrm>
            <a:off x="8844860" y="3769491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3895698-83DD-81D2-44F8-7CCCE2E35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218" y="3377082"/>
            <a:ext cx="164218" cy="1642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ED46014-3A8A-D6E5-1694-6F5F9CB71D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2052" y="2943004"/>
            <a:ext cx="164218" cy="1642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4F013B6-34FF-72DF-47AD-CC21A7E920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2218" y="3847149"/>
            <a:ext cx="164218" cy="16421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8FEB0C9-6378-4E39-8653-DC85A21F0F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3403" y="4314077"/>
            <a:ext cx="178843" cy="17884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516B2E3-2A64-5462-D941-ED61264A17F1}"/>
              </a:ext>
            </a:extLst>
          </p:cNvPr>
          <p:cNvSpPr>
            <a:spLocks/>
          </p:cNvSpPr>
          <p:nvPr/>
        </p:nvSpPr>
        <p:spPr>
          <a:xfrm>
            <a:off x="8455196" y="1831109"/>
            <a:ext cx="2617599" cy="841565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01009F24-EB10-7304-E48C-8B6CFDBBF2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27" y="981334"/>
            <a:ext cx="662552" cy="421353"/>
          </a:xfrm>
          <a:prstGeom prst="rect">
            <a:avLst/>
          </a:prstGeom>
        </p:spPr>
      </p:pic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31CAE02-2EB1-583B-2EE2-5516029A0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2762893"/>
              </p:ext>
            </p:extLst>
          </p:nvPr>
        </p:nvGraphicFramePr>
        <p:xfrm>
          <a:off x="8451180" y="646761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47" name="Action Button: Go Home 4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E5FB7CC-3D85-3FAA-CF45-CC96CE5E9DB1}"/>
              </a:ext>
            </a:extLst>
          </p:cNvPr>
          <p:cNvSpPr>
            <a:spLocks/>
          </p:cNvSpPr>
          <p:nvPr/>
        </p:nvSpPr>
        <p:spPr>
          <a:xfrm>
            <a:off x="8565310" y="673999"/>
            <a:ext cx="209931" cy="115818"/>
          </a:xfrm>
          <a:prstGeom prst="actionButtonHom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8FA1F57-5F44-3644-95F8-3A2770EAEF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96" y="1840000"/>
            <a:ext cx="2617599" cy="832674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3E4019-6475-EDA2-9128-95CBEF60F86C}"/>
              </a:ext>
            </a:extLst>
          </p:cNvPr>
          <p:cNvCxnSpPr>
            <a:cxnSpLocks/>
          </p:cNvCxnSpPr>
          <p:nvPr/>
        </p:nvCxnSpPr>
        <p:spPr>
          <a:xfrm flipH="1">
            <a:off x="11072795" y="829641"/>
            <a:ext cx="7286" cy="384142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B631730-735F-FCC6-AF37-6A20B406F3BC}"/>
              </a:ext>
            </a:extLst>
          </p:cNvPr>
          <p:cNvCxnSpPr>
            <a:cxnSpLocks/>
          </p:cNvCxnSpPr>
          <p:nvPr/>
        </p:nvCxnSpPr>
        <p:spPr>
          <a:xfrm>
            <a:off x="9671323" y="2703151"/>
            <a:ext cx="609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4FD2265-0A88-7945-3FBE-CE12A0BBE0A6}"/>
              </a:ext>
            </a:extLst>
          </p:cNvPr>
          <p:cNvCxnSpPr>
            <a:cxnSpLocks/>
          </p:cNvCxnSpPr>
          <p:nvPr/>
        </p:nvCxnSpPr>
        <p:spPr>
          <a:xfrm>
            <a:off x="9755143" y="2703151"/>
            <a:ext cx="6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C1C4629-A438-91F9-54BD-00ED028AB579}"/>
              </a:ext>
            </a:extLst>
          </p:cNvPr>
          <p:cNvCxnSpPr>
            <a:cxnSpLocks/>
          </p:cNvCxnSpPr>
          <p:nvPr/>
        </p:nvCxnSpPr>
        <p:spPr>
          <a:xfrm>
            <a:off x="9836423" y="2702516"/>
            <a:ext cx="6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53BB6B5-8F7B-7963-ABA5-CDB4ECE49093}"/>
              </a:ext>
            </a:extLst>
          </p:cNvPr>
          <p:cNvCxnSpPr>
            <a:cxnSpLocks/>
          </p:cNvCxnSpPr>
          <p:nvPr/>
        </p:nvCxnSpPr>
        <p:spPr>
          <a:xfrm>
            <a:off x="9657173" y="278736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5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BFDF7D8-015C-A4CB-A42B-2D6B282EC767}"/>
              </a:ext>
            </a:extLst>
          </p:cNvPr>
          <p:cNvSpPr/>
          <p:nvPr/>
        </p:nvSpPr>
        <p:spPr>
          <a:xfrm>
            <a:off x="4745181" y="2024145"/>
            <a:ext cx="2767383" cy="26363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EC7EE-C9A4-EDFD-0376-0B1A4E59B774}"/>
              </a:ext>
            </a:extLst>
          </p:cNvPr>
          <p:cNvSpPr>
            <a:spLocks/>
          </p:cNvSpPr>
          <p:nvPr/>
        </p:nvSpPr>
        <p:spPr>
          <a:xfrm>
            <a:off x="1445077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A67FE-FF28-EB5F-EA84-818B34459081}"/>
              </a:ext>
            </a:extLst>
          </p:cNvPr>
          <p:cNvSpPr>
            <a:spLocks/>
          </p:cNvSpPr>
          <p:nvPr/>
        </p:nvSpPr>
        <p:spPr>
          <a:xfrm>
            <a:off x="1881293" y="2779988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Email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28911-76AA-B556-AC22-151933F58C31}"/>
              </a:ext>
            </a:extLst>
          </p:cNvPr>
          <p:cNvSpPr>
            <a:spLocks/>
          </p:cNvSpPr>
          <p:nvPr/>
        </p:nvSpPr>
        <p:spPr>
          <a:xfrm>
            <a:off x="1836440" y="2222674"/>
            <a:ext cx="1926902" cy="315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Quên</a:t>
            </a:r>
          </a:p>
          <a:p>
            <a:pPr algn="ctr"/>
            <a:r>
              <a:rPr lang="en-US" sz="12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Tài Khoản và Mật khẩu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C91BC-60DD-7685-5224-5B03A07CB2A4}"/>
              </a:ext>
            </a:extLst>
          </p:cNvPr>
          <p:cNvSpPr>
            <a:spLocks/>
          </p:cNvSpPr>
          <p:nvPr/>
        </p:nvSpPr>
        <p:spPr>
          <a:xfrm>
            <a:off x="1484702" y="4660491"/>
            <a:ext cx="2615365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u="sn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0664D-F4A2-0DB8-99A7-3C6A3BD18D11}"/>
              </a:ext>
            </a:extLst>
          </p:cNvPr>
          <p:cNvSpPr txBox="1">
            <a:spLocks/>
          </p:cNvSpPr>
          <p:nvPr/>
        </p:nvSpPr>
        <p:spPr>
          <a:xfrm>
            <a:off x="1536547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u="sng">
                <a:solidFill>
                  <a:schemeClr val="bg1"/>
                </a:solidFill>
              </a:rPr>
              <a:t>BNCloud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Hỗ trợ 24/24h</a:t>
            </a:r>
          </a:p>
          <a:p>
            <a:pPr algn="ctr"/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 Cung cấp dịch vụ đám mây và nền tảng triển khai ứng dụng nhanh chóng, an toàn và linh hoạt.</a:t>
            </a:r>
          </a:p>
          <a:p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Đàm bảo hiệu xuất ổn định, bảo mật tối đa, hỗ trợ kĩ thuật tận tâm.</a:t>
            </a:r>
          </a:p>
          <a:p>
            <a:pPr marL="171450" indent="-171450" algn="ctr">
              <a:buFontTx/>
              <a:buChar char="-"/>
            </a:pPr>
            <a:endParaRPr lang="en-US" sz="800" b="1" u="sng">
              <a:solidFill>
                <a:schemeClr val="bg1"/>
              </a:solidFill>
            </a:endParaRP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Liện hệ với chúng tôi: </a:t>
            </a:r>
          </a:p>
          <a:p>
            <a:pPr algn="ctr"/>
            <a:endParaRPr lang="en-US" sz="800" b="1">
              <a:solidFill>
                <a:schemeClr val="bg1"/>
              </a:solidFill>
            </a:endParaRPr>
          </a:p>
          <a:p>
            <a:pPr algn="ctr"/>
            <a:endParaRPr lang="en-US" sz="800" b="1">
              <a:solidFill>
                <a:schemeClr val="bg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C55FB17-8E34-5E29-545D-97A2969F2C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620183"/>
              </p:ext>
            </p:extLst>
          </p:nvPr>
        </p:nvGraphicFramePr>
        <p:xfrm>
          <a:off x="1494536" y="6060659"/>
          <a:ext cx="2549238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19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74619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46C17793-B6AD-C7B2-6596-5C405D0DD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024" y="6113020"/>
            <a:ext cx="113057" cy="1130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572E51-F348-2DB8-1369-D3431ADD046D}"/>
              </a:ext>
            </a:extLst>
          </p:cNvPr>
          <p:cNvSpPr>
            <a:spLocks/>
          </p:cNvSpPr>
          <p:nvPr/>
        </p:nvSpPr>
        <p:spPr>
          <a:xfrm>
            <a:off x="1866003" y="3174366"/>
            <a:ext cx="1848464" cy="2548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Gửi yêu cầu cấp lại</a:t>
            </a:r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CB7D74AC-1058-4220-1520-25FEAE942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13" y="6088549"/>
            <a:ext cx="324459" cy="162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CDBA072-0422-8A94-88AF-7CF59A5B0CCA}"/>
              </a:ext>
            </a:extLst>
          </p:cNvPr>
          <p:cNvSpPr>
            <a:spLocks/>
          </p:cNvSpPr>
          <p:nvPr/>
        </p:nvSpPr>
        <p:spPr>
          <a:xfrm>
            <a:off x="3568447" y="53703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  <a:highlight>
                  <a:srgbClr val="C0C0C0"/>
                </a:highlight>
              </a:rPr>
              <a:t>80%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902487-79DE-71F6-D89C-687BE7C602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9698506"/>
              </p:ext>
            </p:extLst>
          </p:nvPr>
        </p:nvGraphicFramePr>
        <p:xfrm>
          <a:off x="1485441" y="62582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6" name="Action Button: Go Home 1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A753FE6-521A-9907-5222-8F7130F419D0}"/>
              </a:ext>
            </a:extLst>
          </p:cNvPr>
          <p:cNvSpPr>
            <a:spLocks/>
          </p:cNvSpPr>
          <p:nvPr/>
        </p:nvSpPr>
        <p:spPr>
          <a:xfrm>
            <a:off x="1599571" y="65306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9927BE-69A2-FA6C-3DC3-773D73A83707}"/>
              </a:ext>
            </a:extLst>
          </p:cNvPr>
          <p:cNvSpPr>
            <a:spLocks/>
          </p:cNvSpPr>
          <p:nvPr/>
        </p:nvSpPr>
        <p:spPr>
          <a:xfrm>
            <a:off x="3918464" y="53703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E285B-F3AD-1718-8C1B-9F5583AB8DBB}"/>
              </a:ext>
            </a:extLst>
          </p:cNvPr>
          <p:cNvSpPr>
            <a:spLocks/>
          </p:cNvSpPr>
          <p:nvPr/>
        </p:nvSpPr>
        <p:spPr>
          <a:xfrm>
            <a:off x="3981766" y="53703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BCE5E9-73D9-3F74-62D9-91280160EB73}"/>
              </a:ext>
            </a:extLst>
          </p:cNvPr>
          <p:cNvSpPr>
            <a:spLocks/>
          </p:cNvSpPr>
          <p:nvPr/>
        </p:nvSpPr>
        <p:spPr>
          <a:xfrm>
            <a:off x="3863510" y="53703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E9FD9-991C-0A28-4E10-9699264687EC}"/>
              </a:ext>
            </a:extLst>
          </p:cNvPr>
          <p:cNvSpPr txBox="1">
            <a:spLocks/>
          </p:cNvSpPr>
          <p:nvPr/>
        </p:nvSpPr>
        <p:spPr>
          <a:xfrm>
            <a:off x="1920354" y="3667838"/>
            <a:ext cx="16976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/>
              <a:t>Chưa có bạn có thể đăng kí tại </a:t>
            </a:r>
            <a:r>
              <a:rPr lang="en-US" sz="600" u="sng">
                <a:highlight>
                  <a:srgbClr val="C0C0C0"/>
                </a:highlight>
              </a:rPr>
              <a:t>đây</a:t>
            </a:r>
          </a:p>
        </p:txBody>
      </p:sp>
      <p:pic>
        <p:nvPicPr>
          <p:cNvPr id="22" name="Picture 21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056838E4-780B-4C4D-FE56-8B61A7E2E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12" y="907801"/>
            <a:ext cx="1671937" cy="10406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111FCB0-8E1F-C1CF-4D13-4B024392B0F3}"/>
              </a:ext>
            </a:extLst>
          </p:cNvPr>
          <p:cNvSpPr txBox="1"/>
          <p:nvPr/>
        </p:nvSpPr>
        <p:spPr>
          <a:xfrm>
            <a:off x="4918801" y="2683833"/>
            <a:ext cx="255338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900"/>
              <a:t>Chào [Tên KH],</a:t>
            </a:r>
          </a:p>
          <a:p>
            <a:endParaRPr lang="vi-VN" sz="900"/>
          </a:p>
          <a:p>
            <a:r>
              <a:rPr lang="vi-VN" sz="900"/>
              <a:t>Bạn vừa yêu cầu cấp lại mật khẩu cho tài khoản BNCloud.</a:t>
            </a:r>
          </a:p>
          <a:p>
            <a:r>
              <a:rPr lang="vi-VN" sz="900"/>
              <a:t>Vui lòng nhấn vào link dưới đây để đặt lại mật khẩu:</a:t>
            </a:r>
          </a:p>
          <a:p>
            <a:r>
              <a:rPr lang="vi-VN" sz="900"/>
              <a:t>https://bncloud.vn/reset</a:t>
            </a:r>
            <a:r>
              <a:rPr lang="en-US" sz="900"/>
              <a:t>-</a:t>
            </a:r>
            <a:r>
              <a:rPr lang="vi-VN" sz="900"/>
              <a:t>password?token=XYZ123</a:t>
            </a:r>
          </a:p>
          <a:p>
            <a:endParaRPr lang="vi-VN" sz="900"/>
          </a:p>
          <a:p>
            <a:r>
              <a:rPr lang="vi-VN" sz="900"/>
              <a:t>Link chỉ có hiệu lực trong 15 phút.</a:t>
            </a:r>
          </a:p>
          <a:p>
            <a:r>
              <a:rPr lang="vi-VN" sz="900"/>
              <a:t>Nếu không phải bạn yêu cầu, vui lòng bỏ qua email này.</a:t>
            </a:r>
          </a:p>
          <a:p>
            <a:endParaRPr lang="en-US" sz="9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51DB2C-15F1-1AC7-5E4D-0BF56C643357}"/>
              </a:ext>
            </a:extLst>
          </p:cNvPr>
          <p:cNvCxnSpPr>
            <a:cxnSpLocks/>
          </p:cNvCxnSpPr>
          <p:nvPr/>
        </p:nvCxnSpPr>
        <p:spPr>
          <a:xfrm>
            <a:off x="4745180" y="2024145"/>
            <a:ext cx="1366529" cy="497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C3546A-D840-735D-95C8-721D5CB96085}"/>
              </a:ext>
            </a:extLst>
          </p:cNvPr>
          <p:cNvCxnSpPr>
            <a:cxnSpLocks/>
          </p:cNvCxnSpPr>
          <p:nvPr/>
        </p:nvCxnSpPr>
        <p:spPr>
          <a:xfrm flipV="1">
            <a:off x="6111709" y="2024145"/>
            <a:ext cx="1400855" cy="4978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37BB00F0-A7C7-D651-B914-FEEF58A09911}"/>
              </a:ext>
            </a:extLst>
          </p:cNvPr>
          <p:cNvSpPr/>
          <p:nvPr/>
        </p:nvSpPr>
        <p:spPr>
          <a:xfrm>
            <a:off x="6081163" y="2346734"/>
            <a:ext cx="82286" cy="828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DD62B1-4CC6-1C0F-02F9-C349C6CC605D}"/>
              </a:ext>
            </a:extLst>
          </p:cNvPr>
          <p:cNvSpPr>
            <a:spLocks/>
          </p:cNvSpPr>
          <p:nvPr/>
        </p:nvSpPr>
        <p:spPr>
          <a:xfrm>
            <a:off x="8072304" y="616423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8FAA490-6B79-5A40-76D1-229DE272F1E8}"/>
              </a:ext>
            </a:extLst>
          </p:cNvPr>
          <p:cNvSpPr>
            <a:spLocks/>
          </p:cNvSpPr>
          <p:nvPr/>
        </p:nvSpPr>
        <p:spPr>
          <a:xfrm>
            <a:off x="8508520" y="2914011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Mật khẩu mới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9FC1CE-2DC6-D404-27D1-E7E8231A914F}"/>
              </a:ext>
            </a:extLst>
          </p:cNvPr>
          <p:cNvSpPr>
            <a:spLocks/>
          </p:cNvSpPr>
          <p:nvPr/>
        </p:nvSpPr>
        <p:spPr>
          <a:xfrm>
            <a:off x="8463667" y="2356697"/>
            <a:ext cx="1926902" cy="315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Quên</a:t>
            </a:r>
          </a:p>
          <a:p>
            <a:pPr algn="ctr"/>
            <a:r>
              <a:rPr lang="en-US" sz="12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Tài Khoản và Mật khẩu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0D95CA9-8C6B-5393-72D5-9BFE251394E9}"/>
              </a:ext>
            </a:extLst>
          </p:cNvPr>
          <p:cNvSpPr>
            <a:spLocks/>
          </p:cNvSpPr>
          <p:nvPr/>
        </p:nvSpPr>
        <p:spPr>
          <a:xfrm>
            <a:off x="8111929" y="4794514"/>
            <a:ext cx="2615365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9AFD70-B481-C09E-9D25-A52D604BAF49}"/>
              </a:ext>
            </a:extLst>
          </p:cNvPr>
          <p:cNvSpPr txBox="1">
            <a:spLocks/>
          </p:cNvSpPr>
          <p:nvPr/>
        </p:nvSpPr>
        <p:spPr>
          <a:xfrm>
            <a:off x="8163774" y="4872382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u="sng">
                <a:solidFill>
                  <a:schemeClr val="bg1"/>
                </a:solidFill>
              </a:rPr>
              <a:t>BNCloud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Hỗ trợ 24/24h</a:t>
            </a:r>
          </a:p>
          <a:p>
            <a:pPr algn="ctr"/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 Cung cấp dịch vụ đám mây và nền tảng triển khai ứng dụng nhanh chóng, an toàn và linh hoạt.</a:t>
            </a:r>
          </a:p>
          <a:p>
            <a:endParaRPr lang="en-US" sz="800">
              <a:solidFill>
                <a:schemeClr val="bg1"/>
              </a:solidFill>
            </a:endParaRPr>
          </a:p>
          <a:p>
            <a:r>
              <a:rPr lang="en-US" sz="800">
                <a:solidFill>
                  <a:schemeClr val="bg1"/>
                </a:solidFill>
              </a:rPr>
              <a:t>- Đàm bảo hiệu xuất ổn định, bảo mật tối đa, hỗ trợ kĩ thuật tận tâm.</a:t>
            </a:r>
          </a:p>
          <a:p>
            <a:pPr marL="171450" indent="-171450" algn="ctr">
              <a:buFontTx/>
              <a:buChar char="-"/>
            </a:pPr>
            <a:endParaRPr lang="en-US" sz="800" b="1" u="sng">
              <a:solidFill>
                <a:schemeClr val="bg1"/>
              </a:solidFill>
            </a:endParaRP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Liện hệ với chúng tôi: </a:t>
            </a:r>
          </a:p>
          <a:p>
            <a:pPr algn="ctr"/>
            <a:endParaRPr lang="en-US" sz="800" b="1">
              <a:solidFill>
                <a:schemeClr val="bg1"/>
              </a:solidFill>
            </a:endParaRPr>
          </a:p>
          <a:p>
            <a:pPr algn="ctr"/>
            <a:endParaRPr lang="en-US" sz="800" b="1">
              <a:solidFill>
                <a:schemeClr val="bg1"/>
              </a:solidFill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FD74D987-D261-EB13-74B6-E4E8ABA932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692209"/>
              </p:ext>
            </p:extLst>
          </p:nvPr>
        </p:nvGraphicFramePr>
        <p:xfrm>
          <a:off x="8121763" y="6194682"/>
          <a:ext cx="2549238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19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74619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0" name="Picture 49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4355D99F-FDE8-BE34-70DF-BEA7FF38A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51" y="6247043"/>
            <a:ext cx="113057" cy="113057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751FCAF-33BA-F7DD-DB90-03D5377AEB56}"/>
              </a:ext>
            </a:extLst>
          </p:cNvPr>
          <p:cNvSpPr>
            <a:spLocks/>
          </p:cNvSpPr>
          <p:nvPr/>
        </p:nvSpPr>
        <p:spPr>
          <a:xfrm>
            <a:off x="8508520" y="3867218"/>
            <a:ext cx="1848464" cy="2548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Gửi yêu đổi mật khẩu</a:t>
            </a:r>
          </a:p>
        </p:txBody>
      </p:sp>
      <p:pic>
        <p:nvPicPr>
          <p:cNvPr id="52" name="Picture 51" descr="A blue and white logo&#10;&#10;AI-generated content may be incorrect.">
            <a:extLst>
              <a:ext uri="{FF2B5EF4-FFF2-40B4-BE49-F238E27FC236}">
                <a16:creationId xmlns:a16="http://schemas.microsoft.com/office/drawing/2014/main" id="{0D0C7683-3D2C-F269-4F7D-2BE3E21DE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640" y="6222572"/>
            <a:ext cx="324459" cy="1620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50B5BD04-DA99-2A48-EC12-E76D34024E87}"/>
              </a:ext>
            </a:extLst>
          </p:cNvPr>
          <p:cNvSpPr>
            <a:spLocks/>
          </p:cNvSpPr>
          <p:nvPr/>
        </p:nvSpPr>
        <p:spPr>
          <a:xfrm>
            <a:off x="10195674" y="671059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  <a:highlight>
                  <a:srgbClr val="C0C0C0"/>
                </a:highlight>
              </a:rPr>
              <a:t>80%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3856A981-0F1A-BE9C-3B76-382DA1D8F4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7852819"/>
              </p:ext>
            </p:extLst>
          </p:nvPr>
        </p:nvGraphicFramePr>
        <p:xfrm>
          <a:off x="8112668" y="759845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55" name="Action Button: Go Home 5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BCEBBA1-F5F3-C50C-0B00-8E66ECD690E2}"/>
              </a:ext>
            </a:extLst>
          </p:cNvPr>
          <p:cNvSpPr>
            <a:spLocks/>
          </p:cNvSpPr>
          <p:nvPr/>
        </p:nvSpPr>
        <p:spPr>
          <a:xfrm>
            <a:off x="8226798" y="787083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DA5A8C-6899-B5BD-860C-A4618998AEFC}"/>
              </a:ext>
            </a:extLst>
          </p:cNvPr>
          <p:cNvSpPr>
            <a:spLocks/>
          </p:cNvSpPr>
          <p:nvPr/>
        </p:nvSpPr>
        <p:spPr>
          <a:xfrm>
            <a:off x="10545691" y="671059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FEA53C5-0962-D425-3FA4-F39FBEEDF62F}"/>
              </a:ext>
            </a:extLst>
          </p:cNvPr>
          <p:cNvSpPr>
            <a:spLocks/>
          </p:cNvSpPr>
          <p:nvPr/>
        </p:nvSpPr>
        <p:spPr>
          <a:xfrm>
            <a:off x="10608993" y="671059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B320D0-E686-2A4B-EAA6-3A21989B09FC}"/>
              </a:ext>
            </a:extLst>
          </p:cNvPr>
          <p:cNvSpPr>
            <a:spLocks/>
          </p:cNvSpPr>
          <p:nvPr/>
        </p:nvSpPr>
        <p:spPr>
          <a:xfrm>
            <a:off x="10490737" y="671059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C4C2D3DC-1651-877B-C25E-506EEB41E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439" y="1041824"/>
            <a:ext cx="1671937" cy="1040666"/>
          </a:xfrm>
          <a:prstGeom prst="rect">
            <a:avLst/>
          </a:prstGeom>
        </p:spPr>
      </p:pic>
      <p:sp>
        <p:nvSpPr>
          <p:cNvPr id="61" name="Arrow: Right 60">
            <a:extLst>
              <a:ext uri="{FF2B5EF4-FFF2-40B4-BE49-F238E27FC236}">
                <a16:creationId xmlns:a16="http://schemas.microsoft.com/office/drawing/2014/main" id="{2CA0B3CE-AAFA-54BA-BFAC-1C2C3E9619B6}"/>
              </a:ext>
            </a:extLst>
          </p:cNvPr>
          <p:cNvSpPr/>
          <p:nvPr/>
        </p:nvSpPr>
        <p:spPr>
          <a:xfrm>
            <a:off x="4318698" y="3068103"/>
            <a:ext cx="272959" cy="233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F457674F-7855-AE80-E30D-CE0C94E41E6A}"/>
              </a:ext>
            </a:extLst>
          </p:cNvPr>
          <p:cNvSpPr/>
          <p:nvPr/>
        </p:nvSpPr>
        <p:spPr>
          <a:xfrm>
            <a:off x="7625723" y="3101234"/>
            <a:ext cx="272959" cy="233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DCDC60A-E5A2-1B53-E3A2-DC8124E3FD4A}"/>
              </a:ext>
            </a:extLst>
          </p:cNvPr>
          <p:cNvSpPr>
            <a:spLocks/>
          </p:cNvSpPr>
          <p:nvPr/>
        </p:nvSpPr>
        <p:spPr>
          <a:xfrm>
            <a:off x="8508520" y="3382044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Xác nhận mật khẩu mới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B9422E-DAAE-DF6A-B854-89A80DA31A08}"/>
              </a:ext>
            </a:extLst>
          </p:cNvPr>
          <p:cNvSpPr txBox="1">
            <a:spLocks/>
          </p:cNvSpPr>
          <p:nvPr/>
        </p:nvSpPr>
        <p:spPr>
          <a:xfrm>
            <a:off x="1836440" y="3493563"/>
            <a:ext cx="18484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/>
              <a:t>Bạn đã có đăng nhập tại </a:t>
            </a:r>
            <a:r>
              <a:rPr lang="en-US" sz="600" u="sng">
                <a:highlight>
                  <a:srgbClr val="C0C0C0"/>
                </a:highlight>
              </a:rPr>
              <a:t>đây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7CA85-0AD4-BDDA-DF45-541A59F502E5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213468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B279-AC9D-05EF-834A-9C507D6E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8FBAAC7-0222-8A70-BB88-FC1DBBFC6E4A}"/>
              </a:ext>
            </a:extLst>
          </p:cNvPr>
          <p:cNvSpPr>
            <a:spLocks/>
          </p:cNvSpPr>
          <p:nvPr/>
        </p:nvSpPr>
        <p:spPr>
          <a:xfrm>
            <a:off x="6268723" y="50318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3A46FB6-F56B-8DA6-59B9-A962D80D5B85}"/>
              </a:ext>
            </a:extLst>
          </p:cNvPr>
          <p:cNvSpPr>
            <a:spLocks/>
          </p:cNvSpPr>
          <p:nvPr/>
        </p:nvSpPr>
        <p:spPr>
          <a:xfrm>
            <a:off x="6258890" y="4681277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1D42FE-298E-6739-86F3-DA72E2E2125E}"/>
              </a:ext>
            </a:extLst>
          </p:cNvPr>
          <p:cNvSpPr txBox="1">
            <a:spLocks/>
          </p:cNvSpPr>
          <p:nvPr/>
        </p:nvSpPr>
        <p:spPr>
          <a:xfrm>
            <a:off x="6360193" y="4759145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745135D-C261-4310-0432-30AC6EE2A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579838"/>
              </p:ext>
            </p:extLst>
          </p:nvPr>
        </p:nvGraphicFramePr>
        <p:xfrm>
          <a:off x="6342853" y="6080170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69039273-C9E7-440D-D7DA-36CEDF5CA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013" y="6135732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9CF620C0-61B1-8C95-2E45-A0E554731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726" y="6108815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6FA57576-41D9-E1A0-FCF5-7DEBFC5E3A8B}"/>
              </a:ext>
            </a:extLst>
          </p:cNvPr>
          <p:cNvSpPr>
            <a:spLocks/>
          </p:cNvSpPr>
          <p:nvPr/>
        </p:nvSpPr>
        <p:spPr>
          <a:xfrm>
            <a:off x="8378399" y="564184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E668C6A1-C944-B086-B293-7FA6995C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217097"/>
              </p:ext>
            </p:extLst>
          </p:nvPr>
        </p:nvGraphicFramePr>
        <p:xfrm>
          <a:off x="6295393" y="652970"/>
          <a:ext cx="2663497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67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45530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D65E83A-3A68-9546-DBDE-2E7D68C1BF94}"/>
              </a:ext>
            </a:extLst>
          </p:cNvPr>
          <p:cNvSpPr>
            <a:spLocks/>
          </p:cNvSpPr>
          <p:nvPr/>
        </p:nvSpPr>
        <p:spPr>
          <a:xfrm>
            <a:off x="6409523" y="68020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00F2DCD-64BE-D0D4-21E4-169EFE34364B}"/>
              </a:ext>
            </a:extLst>
          </p:cNvPr>
          <p:cNvSpPr>
            <a:spLocks/>
          </p:cNvSpPr>
          <p:nvPr/>
        </p:nvSpPr>
        <p:spPr>
          <a:xfrm>
            <a:off x="8728416" y="564184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2712336-FAAE-9583-8242-85B7175779CA}"/>
              </a:ext>
            </a:extLst>
          </p:cNvPr>
          <p:cNvSpPr>
            <a:spLocks/>
          </p:cNvSpPr>
          <p:nvPr/>
        </p:nvSpPr>
        <p:spPr>
          <a:xfrm>
            <a:off x="8791718" y="564184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B6880D1-625B-8870-63D7-F40ECDEFB2E8}"/>
              </a:ext>
            </a:extLst>
          </p:cNvPr>
          <p:cNvSpPr>
            <a:spLocks/>
          </p:cNvSpPr>
          <p:nvPr/>
        </p:nvSpPr>
        <p:spPr>
          <a:xfrm>
            <a:off x="8673462" y="564184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A7333-16D0-62F0-2B2A-7A65B382701C}"/>
              </a:ext>
            </a:extLst>
          </p:cNvPr>
          <p:cNvSpPr>
            <a:spLocks/>
          </p:cNvSpPr>
          <p:nvPr/>
        </p:nvSpPr>
        <p:spPr>
          <a:xfrm>
            <a:off x="209126" y="492898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7A6EDC-F908-99C3-91B3-F16AC1CC9B80}"/>
              </a:ext>
            </a:extLst>
          </p:cNvPr>
          <p:cNvSpPr>
            <a:spLocks/>
          </p:cNvSpPr>
          <p:nvPr/>
        </p:nvSpPr>
        <p:spPr>
          <a:xfrm>
            <a:off x="636762" y="33208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FE5AC-13E0-29FC-2B42-17A8A22771F0}"/>
              </a:ext>
            </a:extLst>
          </p:cNvPr>
          <p:cNvSpPr>
            <a:spLocks/>
          </p:cNvSpPr>
          <p:nvPr/>
        </p:nvSpPr>
        <p:spPr>
          <a:xfrm>
            <a:off x="636762" y="425118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B070BC-1483-063A-ADE9-DD4150B409AB}"/>
              </a:ext>
            </a:extLst>
          </p:cNvPr>
          <p:cNvSpPr>
            <a:spLocks/>
          </p:cNvSpPr>
          <p:nvPr/>
        </p:nvSpPr>
        <p:spPr>
          <a:xfrm>
            <a:off x="199293" y="467098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8733F-D15B-A14E-8C96-C1EA7D2C50FD}"/>
              </a:ext>
            </a:extLst>
          </p:cNvPr>
          <p:cNvSpPr txBox="1">
            <a:spLocks/>
          </p:cNvSpPr>
          <p:nvPr/>
        </p:nvSpPr>
        <p:spPr>
          <a:xfrm>
            <a:off x="300596" y="474885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8709FCC-FDC4-5AE0-D0C2-1817606ED0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364888"/>
              </p:ext>
            </p:extLst>
          </p:nvPr>
        </p:nvGraphicFramePr>
        <p:xfrm>
          <a:off x="300596" y="6071157"/>
          <a:ext cx="250722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61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6" name="Picture 15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DDE664B4-7A60-2350-A8D2-08B967C97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16" y="6125444"/>
            <a:ext cx="113057" cy="113057"/>
          </a:xfrm>
          <a:prstGeom prst="rect">
            <a:avLst/>
          </a:prstGeom>
        </p:spPr>
      </p:pic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D889D25D-C6DD-5E16-03D6-CFEFFFF95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9" y="6098527"/>
            <a:ext cx="324459" cy="1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0CFCA37-26C1-906F-A46B-A384046CB32B}"/>
              </a:ext>
            </a:extLst>
          </p:cNvPr>
          <p:cNvSpPr>
            <a:spLocks/>
          </p:cNvSpPr>
          <p:nvPr/>
        </p:nvSpPr>
        <p:spPr>
          <a:xfrm>
            <a:off x="2318802" y="55389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486B0-D223-1CE1-BB84-CC339EBB823E}"/>
              </a:ext>
            </a:extLst>
          </p:cNvPr>
          <p:cNvSpPr>
            <a:spLocks/>
          </p:cNvSpPr>
          <p:nvPr/>
        </p:nvSpPr>
        <p:spPr>
          <a:xfrm>
            <a:off x="2668819" y="55389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AB56C1-9C33-BB58-0D95-6FEECB3F9A82}"/>
              </a:ext>
            </a:extLst>
          </p:cNvPr>
          <p:cNvSpPr>
            <a:spLocks/>
          </p:cNvSpPr>
          <p:nvPr/>
        </p:nvSpPr>
        <p:spPr>
          <a:xfrm>
            <a:off x="2732121" y="55389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63BF91-7050-86AF-2ABC-E94ED7DBCBF6}"/>
              </a:ext>
            </a:extLst>
          </p:cNvPr>
          <p:cNvSpPr>
            <a:spLocks/>
          </p:cNvSpPr>
          <p:nvPr/>
        </p:nvSpPr>
        <p:spPr>
          <a:xfrm>
            <a:off x="2613865" y="55389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8EA34E-E446-874B-96D8-0E350A148CCF}"/>
              </a:ext>
            </a:extLst>
          </p:cNvPr>
          <p:cNvSpPr>
            <a:spLocks/>
          </p:cNvSpPr>
          <p:nvPr/>
        </p:nvSpPr>
        <p:spPr>
          <a:xfrm>
            <a:off x="636762" y="2852911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CEDA11-D61B-C086-8825-6039A5463056}"/>
              </a:ext>
            </a:extLst>
          </p:cNvPr>
          <p:cNvSpPr>
            <a:spLocks/>
          </p:cNvSpPr>
          <p:nvPr/>
        </p:nvSpPr>
        <p:spPr>
          <a:xfrm>
            <a:off x="636762" y="3779702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284277-775F-8917-CB54-0F14E39D1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20" y="3387293"/>
            <a:ext cx="164218" cy="1642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E7376DA-C661-D99F-4302-76DACBE85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4" y="2953215"/>
            <a:ext cx="164218" cy="16421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1B7958-E477-975D-7EE0-C928A46D69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20" y="3857360"/>
            <a:ext cx="164218" cy="1642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14EDCBE-31B4-9A0B-9287-5BBD35FD26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305" y="4324288"/>
            <a:ext cx="178843" cy="178843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D0FD0B3-F1D1-68DF-DAF8-000C2381BC2F}"/>
              </a:ext>
            </a:extLst>
          </p:cNvPr>
          <p:cNvSpPr>
            <a:spLocks/>
          </p:cNvSpPr>
          <p:nvPr/>
        </p:nvSpPr>
        <p:spPr>
          <a:xfrm>
            <a:off x="3191231" y="471965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81D81F-B5BA-12E2-7356-A27DA279F57C}"/>
              </a:ext>
            </a:extLst>
          </p:cNvPr>
          <p:cNvSpPr>
            <a:spLocks/>
          </p:cNvSpPr>
          <p:nvPr/>
        </p:nvSpPr>
        <p:spPr>
          <a:xfrm>
            <a:off x="3566591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7EC00E-632C-C03C-9F15-B15D3C455EB0}"/>
              </a:ext>
            </a:extLst>
          </p:cNvPr>
          <p:cNvSpPr>
            <a:spLocks/>
          </p:cNvSpPr>
          <p:nvPr/>
        </p:nvSpPr>
        <p:spPr>
          <a:xfrm>
            <a:off x="3566591" y="324827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0E956D-4030-3240-9A83-5432AB24AB54}"/>
              </a:ext>
            </a:extLst>
          </p:cNvPr>
          <p:cNvSpPr>
            <a:spLocks/>
          </p:cNvSpPr>
          <p:nvPr/>
        </p:nvSpPr>
        <p:spPr>
          <a:xfrm>
            <a:off x="3129122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AFCB13-50C2-1AED-DDC8-D63065D605FF}"/>
              </a:ext>
            </a:extLst>
          </p:cNvPr>
          <p:cNvSpPr txBox="1">
            <a:spLocks/>
          </p:cNvSpPr>
          <p:nvPr/>
        </p:nvSpPr>
        <p:spPr>
          <a:xfrm>
            <a:off x="3230425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62C4A404-DB6C-A155-C74E-47881B40B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51680"/>
              </p:ext>
            </p:extLst>
          </p:nvPr>
        </p:nvGraphicFramePr>
        <p:xfrm>
          <a:off x="3240257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1E8E5524-A06E-8DA7-12A3-EFD225AF3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245" y="6114946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F17AE753-F326-627C-7FFD-828D80974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958" y="6088029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6AF41754-ADEB-EF7E-B89D-873F5A7624BC}"/>
              </a:ext>
            </a:extLst>
          </p:cNvPr>
          <p:cNvSpPr>
            <a:spLocks/>
          </p:cNvSpPr>
          <p:nvPr/>
        </p:nvSpPr>
        <p:spPr>
          <a:xfrm>
            <a:off x="5248631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E188719-2E57-2E12-CDCA-B7014D6A1A0F}"/>
              </a:ext>
            </a:extLst>
          </p:cNvPr>
          <p:cNvSpPr>
            <a:spLocks/>
          </p:cNvSpPr>
          <p:nvPr/>
        </p:nvSpPr>
        <p:spPr>
          <a:xfrm>
            <a:off x="5598648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64DB52-A28E-3B58-6CAF-FF479B15DAE6}"/>
              </a:ext>
            </a:extLst>
          </p:cNvPr>
          <p:cNvSpPr>
            <a:spLocks/>
          </p:cNvSpPr>
          <p:nvPr/>
        </p:nvSpPr>
        <p:spPr>
          <a:xfrm>
            <a:off x="5661950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8E74E4-5738-BF0B-3596-B7C998E66C17}"/>
              </a:ext>
            </a:extLst>
          </p:cNvPr>
          <p:cNvSpPr>
            <a:spLocks/>
          </p:cNvSpPr>
          <p:nvPr/>
        </p:nvSpPr>
        <p:spPr>
          <a:xfrm>
            <a:off x="5543694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3E3D1E-62CC-961B-4DD4-32FC7F218909}"/>
              </a:ext>
            </a:extLst>
          </p:cNvPr>
          <p:cNvSpPr>
            <a:spLocks/>
          </p:cNvSpPr>
          <p:nvPr/>
        </p:nvSpPr>
        <p:spPr>
          <a:xfrm>
            <a:off x="4313878" y="1497754"/>
            <a:ext cx="1480648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en-US" sz="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40082D-87E9-FCC0-1335-B6EA699BA73D}"/>
              </a:ext>
            </a:extLst>
          </p:cNvPr>
          <p:cNvSpPr>
            <a:spLocks/>
          </p:cNvSpPr>
          <p:nvPr/>
        </p:nvSpPr>
        <p:spPr>
          <a:xfrm>
            <a:off x="3566591" y="1850001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A0930D-9904-48D5-115F-46522055BE43}"/>
              </a:ext>
            </a:extLst>
          </p:cNvPr>
          <p:cNvSpPr>
            <a:spLocks/>
          </p:cNvSpPr>
          <p:nvPr/>
        </p:nvSpPr>
        <p:spPr>
          <a:xfrm>
            <a:off x="3566591" y="2776792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FFC076B-C4D4-91C0-AC81-A2FECB707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949" y="2384383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89E8355-E5E3-440E-9224-C0420045D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783" y="1950305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CC8E04D-5BD4-3C7D-B69B-9DF6B1978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3949" y="2854450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F6DF18C-3698-5806-B40D-F0B8D720E9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5134" y="332137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542DC8AE-798A-7CFD-C40C-E7155F60F102}"/>
              </a:ext>
            </a:extLst>
          </p:cNvPr>
          <p:cNvSpPr>
            <a:spLocks/>
          </p:cNvSpPr>
          <p:nvPr/>
        </p:nvSpPr>
        <p:spPr>
          <a:xfrm>
            <a:off x="3590250" y="4209378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95C509B-48D5-D257-4554-D3C82DA233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0038" y="428399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DC02806D-E3F5-88AA-7B02-1607B1D3BB2C}"/>
              </a:ext>
            </a:extLst>
          </p:cNvPr>
          <p:cNvSpPr>
            <a:spLocks/>
          </p:cNvSpPr>
          <p:nvPr/>
        </p:nvSpPr>
        <p:spPr>
          <a:xfrm>
            <a:off x="3566591" y="37330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B8CEC677-FDC7-4BAB-EA90-141D293F1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3612151" y="3825037"/>
            <a:ext cx="176016" cy="176016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315BA6F7-68F8-6511-2790-9ECF583D6CFA}"/>
              </a:ext>
            </a:extLst>
          </p:cNvPr>
          <p:cNvSpPr>
            <a:spLocks/>
          </p:cNvSpPr>
          <p:nvPr/>
        </p:nvSpPr>
        <p:spPr>
          <a:xfrm>
            <a:off x="247098" y="1841320"/>
            <a:ext cx="2617599" cy="841565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59B235EE-9F6C-53D0-CC6D-41DBAE5140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6" y="1033049"/>
            <a:ext cx="806347" cy="51280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CA9EF77-2B81-7EF6-35AF-F200C5ACB0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1612919"/>
              </p:ext>
            </p:extLst>
          </p:nvPr>
        </p:nvGraphicFramePr>
        <p:xfrm>
          <a:off x="3176927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13D6A46-CFFF-B9C1-5C91-144B3D69DA79}"/>
              </a:ext>
            </a:extLst>
          </p:cNvPr>
          <p:cNvSpPr>
            <a:spLocks/>
          </p:cNvSpPr>
          <p:nvPr/>
        </p:nvSpPr>
        <p:spPr>
          <a:xfrm>
            <a:off x="3291057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C2C285C-9D8A-BB63-9B42-08BE40E0AD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062214"/>
              </p:ext>
            </p:extLst>
          </p:nvPr>
        </p:nvGraphicFramePr>
        <p:xfrm>
          <a:off x="243082" y="65697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5" name="Action Button: Go Home 3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35BBE9A-AA54-71DC-9A7F-ECEC183B2329}"/>
              </a:ext>
            </a:extLst>
          </p:cNvPr>
          <p:cNvSpPr>
            <a:spLocks/>
          </p:cNvSpPr>
          <p:nvPr/>
        </p:nvSpPr>
        <p:spPr>
          <a:xfrm>
            <a:off x="357212" y="684210"/>
            <a:ext cx="209931" cy="115818"/>
          </a:xfrm>
          <a:prstGeom prst="actionButtonHom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8374C9C-D77A-AC3D-6A76-7521ED8B5B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98" y="1850211"/>
            <a:ext cx="2617599" cy="832674"/>
          </a:xfrm>
          <a:prstGeom prst="rect">
            <a:avLst/>
          </a:prstGeom>
        </p:spPr>
      </p:pic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02F5E15C-CF3F-0AD7-72F2-46AF17FCFD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82" y="1054126"/>
            <a:ext cx="772550" cy="491307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38645DE4-FB0A-E4A8-C167-1C9FDCF3AB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944" y="1067182"/>
            <a:ext cx="752021" cy="478251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7143F6E-BAC6-2EA3-A48E-93B668DE10B1}"/>
              </a:ext>
            </a:extLst>
          </p:cNvPr>
          <p:cNvCxnSpPr>
            <a:cxnSpLocks/>
          </p:cNvCxnSpPr>
          <p:nvPr/>
        </p:nvCxnSpPr>
        <p:spPr>
          <a:xfrm flipH="1">
            <a:off x="2864697" y="839852"/>
            <a:ext cx="7286" cy="384142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A3EB76-74B1-CCFB-7579-7B02102BE1CA}"/>
              </a:ext>
            </a:extLst>
          </p:cNvPr>
          <p:cNvCxnSpPr>
            <a:cxnSpLocks/>
          </p:cNvCxnSpPr>
          <p:nvPr/>
        </p:nvCxnSpPr>
        <p:spPr>
          <a:xfrm>
            <a:off x="1463225" y="2713362"/>
            <a:ext cx="6096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5736155-CC88-02EF-F8F2-45330633198B}"/>
              </a:ext>
            </a:extLst>
          </p:cNvPr>
          <p:cNvCxnSpPr>
            <a:cxnSpLocks/>
          </p:cNvCxnSpPr>
          <p:nvPr/>
        </p:nvCxnSpPr>
        <p:spPr>
          <a:xfrm>
            <a:off x="1547045" y="2713362"/>
            <a:ext cx="6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BC932BD-4D5F-5F03-00C4-01982F42A7AD}"/>
              </a:ext>
            </a:extLst>
          </p:cNvPr>
          <p:cNvCxnSpPr>
            <a:cxnSpLocks/>
          </p:cNvCxnSpPr>
          <p:nvPr/>
        </p:nvCxnSpPr>
        <p:spPr>
          <a:xfrm>
            <a:off x="1628325" y="2712727"/>
            <a:ext cx="60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75CA400-F2F7-F6AE-69A3-051317EF6694}"/>
              </a:ext>
            </a:extLst>
          </p:cNvPr>
          <p:cNvCxnSpPr>
            <a:cxnSpLocks/>
          </p:cNvCxnSpPr>
          <p:nvPr/>
        </p:nvCxnSpPr>
        <p:spPr>
          <a:xfrm>
            <a:off x="7503353" y="1824554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635B2FC-6CD2-8732-24E2-7C84A91AF90B}"/>
              </a:ext>
            </a:extLst>
          </p:cNvPr>
          <p:cNvCxnSpPr>
            <a:cxnSpLocks/>
          </p:cNvCxnSpPr>
          <p:nvPr/>
        </p:nvCxnSpPr>
        <p:spPr>
          <a:xfrm>
            <a:off x="4393270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4BF2BCA-12B2-470E-3FFA-B1B69AE985C4}"/>
              </a:ext>
            </a:extLst>
          </p:cNvPr>
          <p:cNvCxnSpPr>
            <a:cxnSpLocks/>
          </p:cNvCxnSpPr>
          <p:nvPr/>
        </p:nvCxnSpPr>
        <p:spPr>
          <a:xfrm>
            <a:off x="1449075" y="279757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33310E6-F6BB-9BD9-CB5F-9F9C432576D8}"/>
              </a:ext>
            </a:extLst>
          </p:cNvPr>
          <p:cNvCxnSpPr>
            <a:cxnSpLocks/>
          </p:cNvCxnSpPr>
          <p:nvPr/>
        </p:nvCxnSpPr>
        <p:spPr>
          <a:xfrm>
            <a:off x="4370753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EE38DB3-8514-3E0A-49AC-B534D68E835A}"/>
              </a:ext>
            </a:extLst>
          </p:cNvPr>
          <p:cNvCxnSpPr>
            <a:cxnSpLocks/>
          </p:cNvCxnSpPr>
          <p:nvPr/>
        </p:nvCxnSpPr>
        <p:spPr>
          <a:xfrm>
            <a:off x="7564696" y="462311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099C8971-3E48-6C7C-F801-5C3218F8D00E}"/>
              </a:ext>
            </a:extLst>
          </p:cNvPr>
          <p:cNvSpPr>
            <a:spLocks/>
          </p:cNvSpPr>
          <p:nvPr/>
        </p:nvSpPr>
        <p:spPr>
          <a:xfrm>
            <a:off x="5922131" y="2712727"/>
            <a:ext cx="265309" cy="305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C44583B8-39C6-D582-D01D-29DF3A02CCE1}"/>
              </a:ext>
            </a:extLst>
          </p:cNvPr>
          <p:cNvSpPr>
            <a:spLocks/>
          </p:cNvSpPr>
          <p:nvPr/>
        </p:nvSpPr>
        <p:spPr>
          <a:xfrm>
            <a:off x="6409523" y="1891363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E154320A-B961-3470-3A28-0C1E02B131CE}"/>
              </a:ext>
            </a:extLst>
          </p:cNvPr>
          <p:cNvSpPr>
            <a:spLocks/>
          </p:cNvSpPr>
          <p:nvPr/>
        </p:nvSpPr>
        <p:spPr>
          <a:xfrm>
            <a:off x="7682264" y="1897804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A551E62-811A-BA24-D4EF-63476CC76E35}"/>
              </a:ext>
            </a:extLst>
          </p:cNvPr>
          <p:cNvSpPr>
            <a:spLocks/>
          </p:cNvSpPr>
          <p:nvPr/>
        </p:nvSpPr>
        <p:spPr>
          <a:xfrm>
            <a:off x="6411967" y="2195545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4A03BCD3-6A1A-2F12-A12D-2F60F11129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79445"/>
              </p:ext>
            </p:extLst>
          </p:nvPr>
        </p:nvGraphicFramePr>
        <p:xfrm>
          <a:off x="6409522" y="2523990"/>
          <a:ext cx="24050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025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Golang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React 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Java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Python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pic>
        <p:nvPicPr>
          <p:cNvPr id="125" name="Picture 124" descr="A cartoon of a blue mouse&#10;&#10;AI-generated content may be incorrect.">
            <a:extLst>
              <a:ext uri="{FF2B5EF4-FFF2-40B4-BE49-F238E27FC236}">
                <a16:creationId xmlns:a16="http://schemas.microsoft.com/office/drawing/2014/main" id="{17605C46-B2A3-1BAF-00CB-B06BCECAB8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489" y="2861966"/>
            <a:ext cx="341516" cy="464829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7776E093-71FD-4EAF-BA0D-3362C3364B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541" y="3885224"/>
            <a:ext cx="428491" cy="426817"/>
          </a:xfrm>
          <a:prstGeom prst="rect">
            <a:avLst/>
          </a:prstGeom>
        </p:spPr>
      </p:pic>
      <p:pic>
        <p:nvPicPr>
          <p:cNvPr id="135" name="Picture 13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8177E39F-9282-60CD-B688-ABDE3C9108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67" y="3733079"/>
            <a:ext cx="664366" cy="664366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C60D53C0-3F51-1B16-34C6-5698ADEE32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589" y="2788994"/>
            <a:ext cx="562202" cy="542072"/>
          </a:xfrm>
          <a:prstGeom prst="rect">
            <a:avLst/>
          </a:prstGeom>
        </p:spPr>
      </p:pic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57E124E8-7B03-DECD-50EF-FE4A2147EB1A}"/>
              </a:ext>
            </a:extLst>
          </p:cNvPr>
          <p:cNvSpPr>
            <a:spLocks/>
          </p:cNvSpPr>
          <p:nvPr/>
        </p:nvSpPr>
        <p:spPr>
          <a:xfrm>
            <a:off x="6691025" y="3362740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70E4D15C-CA49-7B4C-BB7B-02015A99E314}"/>
              </a:ext>
            </a:extLst>
          </p:cNvPr>
          <p:cNvSpPr>
            <a:spLocks/>
          </p:cNvSpPr>
          <p:nvPr/>
        </p:nvSpPr>
        <p:spPr>
          <a:xfrm>
            <a:off x="7986616" y="3377163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D438719-3B8E-9AC5-BB08-C9EB89A7F37F}"/>
              </a:ext>
            </a:extLst>
          </p:cNvPr>
          <p:cNvSpPr>
            <a:spLocks/>
          </p:cNvSpPr>
          <p:nvPr/>
        </p:nvSpPr>
        <p:spPr>
          <a:xfrm>
            <a:off x="6747096" y="4377508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5FE909C-598B-1535-ABD5-6A370A035A0D}"/>
              </a:ext>
            </a:extLst>
          </p:cNvPr>
          <p:cNvSpPr>
            <a:spLocks/>
          </p:cNvSpPr>
          <p:nvPr/>
        </p:nvSpPr>
        <p:spPr>
          <a:xfrm>
            <a:off x="7976864" y="4369980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8A747-AC19-D993-82BD-29D73A24D4FD}"/>
              </a:ext>
            </a:extLst>
          </p:cNvPr>
          <p:cNvSpPr>
            <a:spLocks/>
          </p:cNvSpPr>
          <p:nvPr/>
        </p:nvSpPr>
        <p:spPr>
          <a:xfrm>
            <a:off x="9337136" y="503186"/>
            <a:ext cx="2700000" cy="5893200"/>
          </a:xfrm>
          <a:prstGeom prst="rect">
            <a:avLst/>
          </a:prstGeom>
          <a:solidFill>
            <a:schemeClr val="bg1">
              <a:lumMod val="65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095B1-B685-7461-9802-01DF3E2AD555}"/>
              </a:ext>
            </a:extLst>
          </p:cNvPr>
          <p:cNvSpPr>
            <a:spLocks/>
          </p:cNvSpPr>
          <p:nvPr/>
        </p:nvSpPr>
        <p:spPr>
          <a:xfrm>
            <a:off x="9375108" y="1289449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86C0C5-72FA-BA67-5583-267677BF3929}"/>
              </a:ext>
            </a:extLst>
          </p:cNvPr>
          <p:cNvSpPr>
            <a:spLocks/>
          </p:cNvSpPr>
          <p:nvPr/>
        </p:nvSpPr>
        <p:spPr>
          <a:xfrm>
            <a:off x="9327303" y="4681277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072B8-4096-F0ED-83CE-8A5AED2143CE}"/>
              </a:ext>
            </a:extLst>
          </p:cNvPr>
          <p:cNvSpPr txBox="1">
            <a:spLocks/>
          </p:cNvSpPr>
          <p:nvPr/>
        </p:nvSpPr>
        <p:spPr>
          <a:xfrm>
            <a:off x="9428606" y="4759145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F0A983-4EB0-0DBB-5093-ACCE24B32F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598158"/>
              </p:ext>
            </p:extLst>
          </p:nvPr>
        </p:nvGraphicFramePr>
        <p:xfrm>
          <a:off x="9411266" y="6080170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9" name="Picture 1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4AD68816-5EFD-DA19-CA3C-25794DC09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426" y="6135732"/>
            <a:ext cx="113057" cy="113057"/>
          </a:xfrm>
          <a:prstGeom prst="rect">
            <a:avLst/>
          </a:prstGeom>
        </p:spPr>
      </p:pic>
      <p:pic>
        <p:nvPicPr>
          <p:cNvPr id="23" name="Picture 22" descr="A blue and white logo&#10;&#10;AI-generated content may be incorrect.">
            <a:extLst>
              <a:ext uri="{FF2B5EF4-FFF2-40B4-BE49-F238E27FC236}">
                <a16:creationId xmlns:a16="http://schemas.microsoft.com/office/drawing/2014/main" id="{C4AF8148-7EDF-02C3-3D5C-863E232C1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139" y="6108815"/>
            <a:ext cx="324459" cy="162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694D890-1129-60B9-A146-0D9631D9A8D3}"/>
              </a:ext>
            </a:extLst>
          </p:cNvPr>
          <p:cNvSpPr>
            <a:spLocks/>
          </p:cNvSpPr>
          <p:nvPr/>
        </p:nvSpPr>
        <p:spPr>
          <a:xfrm>
            <a:off x="11446812" y="564184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04012C-4270-6943-32B4-CF58D37E20F2}"/>
              </a:ext>
            </a:extLst>
          </p:cNvPr>
          <p:cNvSpPr>
            <a:spLocks/>
          </p:cNvSpPr>
          <p:nvPr/>
        </p:nvSpPr>
        <p:spPr>
          <a:xfrm>
            <a:off x="11796829" y="564184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E1351C-4076-4ED9-0980-067FA5D9CF8F}"/>
              </a:ext>
            </a:extLst>
          </p:cNvPr>
          <p:cNvSpPr>
            <a:spLocks/>
          </p:cNvSpPr>
          <p:nvPr/>
        </p:nvSpPr>
        <p:spPr>
          <a:xfrm>
            <a:off x="11860131" y="564184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E2FD5A-05EE-D5B9-75DD-F28193D564AC}"/>
              </a:ext>
            </a:extLst>
          </p:cNvPr>
          <p:cNvSpPr>
            <a:spLocks/>
          </p:cNvSpPr>
          <p:nvPr/>
        </p:nvSpPr>
        <p:spPr>
          <a:xfrm>
            <a:off x="11741875" y="564184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F632C75-042E-80EA-435C-38DCB59F9F37}"/>
              </a:ext>
            </a:extLst>
          </p:cNvPr>
          <p:cNvSpPr>
            <a:spLocks/>
          </p:cNvSpPr>
          <p:nvPr/>
        </p:nvSpPr>
        <p:spPr>
          <a:xfrm>
            <a:off x="9375108" y="1518540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13517249-0C7E-D58A-8B21-4AADE8DD16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03" y="931090"/>
            <a:ext cx="531887" cy="338256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A99BFC6-5907-BD64-BFFA-D317C489314F}"/>
              </a:ext>
            </a:extLst>
          </p:cNvPr>
          <p:cNvCxnSpPr>
            <a:cxnSpLocks/>
          </p:cNvCxnSpPr>
          <p:nvPr/>
        </p:nvCxnSpPr>
        <p:spPr>
          <a:xfrm>
            <a:off x="10571766" y="1824554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DE0DA66-502C-C21E-C64E-EE7889A46347}"/>
              </a:ext>
            </a:extLst>
          </p:cNvPr>
          <p:cNvCxnSpPr>
            <a:cxnSpLocks/>
          </p:cNvCxnSpPr>
          <p:nvPr/>
        </p:nvCxnSpPr>
        <p:spPr>
          <a:xfrm>
            <a:off x="10633109" y="462311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77273EC-0A58-8651-C972-779799215A61}"/>
              </a:ext>
            </a:extLst>
          </p:cNvPr>
          <p:cNvSpPr>
            <a:spLocks/>
          </p:cNvSpPr>
          <p:nvPr/>
        </p:nvSpPr>
        <p:spPr>
          <a:xfrm>
            <a:off x="9477936" y="1891363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695C854-002E-8F33-4EC8-4E9FB9BECEBF}"/>
              </a:ext>
            </a:extLst>
          </p:cNvPr>
          <p:cNvSpPr>
            <a:spLocks/>
          </p:cNvSpPr>
          <p:nvPr/>
        </p:nvSpPr>
        <p:spPr>
          <a:xfrm>
            <a:off x="10750677" y="1897804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58716B5-E507-65D5-3C44-B6E397323B77}"/>
              </a:ext>
            </a:extLst>
          </p:cNvPr>
          <p:cNvSpPr>
            <a:spLocks/>
          </p:cNvSpPr>
          <p:nvPr/>
        </p:nvSpPr>
        <p:spPr>
          <a:xfrm>
            <a:off x="9480380" y="2195545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BCD53F8-1503-25D7-5927-C054A964C5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1280984"/>
              </p:ext>
            </p:extLst>
          </p:nvPr>
        </p:nvGraphicFramePr>
        <p:xfrm>
          <a:off x="9477935" y="2523990"/>
          <a:ext cx="24050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025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Golang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React 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Java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Python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pic>
        <p:nvPicPr>
          <p:cNvPr id="69" name="Picture 68" descr="A cartoon of a blue mouse&#10;&#10;AI-generated content may be incorrect.">
            <a:extLst>
              <a:ext uri="{FF2B5EF4-FFF2-40B4-BE49-F238E27FC236}">
                <a16:creationId xmlns:a16="http://schemas.microsoft.com/office/drawing/2014/main" id="{99979120-F3AB-C836-7D2A-1790745633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902" y="2861966"/>
            <a:ext cx="341516" cy="46482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4CA7D07-439D-1C89-630D-BCD7764E484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954" y="3885224"/>
            <a:ext cx="428491" cy="426817"/>
          </a:xfrm>
          <a:prstGeom prst="rect">
            <a:avLst/>
          </a:prstGeom>
        </p:spPr>
      </p:pic>
      <p:pic>
        <p:nvPicPr>
          <p:cNvPr id="72" name="Picture 7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9772E64-2C5A-5B28-7BDB-18114E4B8B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139" y="3722111"/>
            <a:ext cx="792919" cy="79291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AAD2312-6796-1572-6634-BF1463558C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002" y="2788994"/>
            <a:ext cx="562202" cy="542072"/>
          </a:xfrm>
          <a:prstGeom prst="rect">
            <a:avLst/>
          </a:prstGeom>
        </p:spPr>
      </p:pic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701D9AF-793D-5C7A-EDA7-AA22DEF2BA64}"/>
              </a:ext>
            </a:extLst>
          </p:cNvPr>
          <p:cNvSpPr>
            <a:spLocks/>
          </p:cNvSpPr>
          <p:nvPr/>
        </p:nvSpPr>
        <p:spPr>
          <a:xfrm>
            <a:off x="9759438" y="3362740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C28DF29-6EEA-3954-469E-3B6896010087}"/>
              </a:ext>
            </a:extLst>
          </p:cNvPr>
          <p:cNvSpPr>
            <a:spLocks/>
          </p:cNvSpPr>
          <p:nvPr/>
        </p:nvSpPr>
        <p:spPr>
          <a:xfrm>
            <a:off x="11055029" y="3377163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46168D2-E398-406C-4548-27BC3244EB91}"/>
              </a:ext>
            </a:extLst>
          </p:cNvPr>
          <p:cNvSpPr>
            <a:spLocks/>
          </p:cNvSpPr>
          <p:nvPr/>
        </p:nvSpPr>
        <p:spPr>
          <a:xfrm>
            <a:off x="9815509" y="4377508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FD84205-AF11-67BE-5BB2-C5436E86BAF8}"/>
              </a:ext>
            </a:extLst>
          </p:cNvPr>
          <p:cNvSpPr>
            <a:spLocks/>
          </p:cNvSpPr>
          <p:nvPr/>
        </p:nvSpPr>
        <p:spPr>
          <a:xfrm>
            <a:off x="11045277" y="4369980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00" name="Arrow: Right 99">
            <a:extLst>
              <a:ext uri="{FF2B5EF4-FFF2-40B4-BE49-F238E27FC236}">
                <a16:creationId xmlns:a16="http://schemas.microsoft.com/office/drawing/2014/main" id="{1A846900-19B0-5AE6-FDFC-EDE59C1E99A4}"/>
              </a:ext>
            </a:extLst>
          </p:cNvPr>
          <p:cNvSpPr>
            <a:spLocks/>
          </p:cNvSpPr>
          <p:nvPr/>
        </p:nvSpPr>
        <p:spPr>
          <a:xfrm>
            <a:off x="9050007" y="2712727"/>
            <a:ext cx="226074" cy="305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4848649B-D777-62BA-77A4-FA06748DEC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061374"/>
              </p:ext>
            </p:extLst>
          </p:nvPr>
        </p:nvGraphicFramePr>
        <p:xfrm>
          <a:off x="9366081" y="652970"/>
          <a:ext cx="2663497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67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45530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08" name="Action Button: Go Home 10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D89FA8-42F0-6C8C-89F3-A597FFD7375D}"/>
              </a:ext>
            </a:extLst>
          </p:cNvPr>
          <p:cNvSpPr>
            <a:spLocks/>
          </p:cNvSpPr>
          <p:nvPr/>
        </p:nvSpPr>
        <p:spPr>
          <a:xfrm>
            <a:off x="9480211" y="68020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571B6A46-0F60-D7CC-2B25-129A886060A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30349" y="3188144"/>
            <a:ext cx="304800" cy="304800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7C13BB0A-DE84-8130-BF07-C3CB08BBE4A8}"/>
              </a:ext>
            </a:extLst>
          </p:cNvPr>
          <p:cNvSpPr/>
          <p:nvPr/>
        </p:nvSpPr>
        <p:spPr>
          <a:xfrm>
            <a:off x="6613220" y="3084656"/>
            <a:ext cx="2128080" cy="6052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Bạn chọn Golang ?</a:t>
            </a:r>
          </a:p>
          <a:p>
            <a:pPr algn="ctr"/>
            <a:r>
              <a:rPr lang="en-US">
                <a:solidFill>
                  <a:schemeClr val="tx1"/>
                </a:solidFill>
                <a:highlight>
                  <a:srgbClr val="00FF00"/>
                </a:highlight>
              </a:rPr>
              <a:t>Đồng ý</a:t>
            </a:r>
            <a:r>
              <a:rPr lang="en-US">
                <a:solidFill>
                  <a:schemeClr val="tx1"/>
                </a:solidFill>
              </a:rPr>
              <a:t>    |    </a:t>
            </a:r>
            <a:r>
              <a:rPr lang="en-US">
                <a:solidFill>
                  <a:schemeClr val="tx1"/>
                </a:solidFill>
                <a:highlight>
                  <a:srgbClr val="FF0000"/>
                </a:highlight>
              </a:rPr>
              <a:t>Từ chối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B4B109-DC4E-1757-7C50-B5F7E0640780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12005-9E5A-A596-C9DE-51C5EC57FA39}"/>
              </a:ext>
            </a:extLst>
          </p:cNvPr>
          <p:cNvSpPr txBox="1"/>
          <p:nvPr/>
        </p:nvSpPr>
        <p:spPr>
          <a:xfrm>
            <a:off x="10333703" y="3469402"/>
            <a:ext cx="747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highlight>
                  <a:srgbClr val="00FF00"/>
                </a:highlight>
              </a:rPr>
              <a:t>Hoàn thành</a:t>
            </a:r>
          </a:p>
        </p:txBody>
      </p:sp>
      <p:pic>
        <p:nvPicPr>
          <p:cNvPr id="129" name="Picture 128" descr="A cartoon of a person&#10;&#10;AI-generated content may be incorrect.">
            <a:extLst>
              <a:ext uri="{FF2B5EF4-FFF2-40B4-BE49-F238E27FC236}">
                <a16:creationId xmlns:a16="http://schemas.microsoft.com/office/drawing/2014/main" id="{91276C70-A763-DCFE-EA31-485FC59853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989" y="1011482"/>
            <a:ext cx="321827" cy="321827"/>
          </a:xfrm>
          <a:prstGeom prst="rect">
            <a:avLst/>
          </a:prstGeom>
        </p:spPr>
      </p:pic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EAFFE8E-57B4-E9E0-D8B1-EBE0743E373C}"/>
              </a:ext>
            </a:extLst>
          </p:cNvPr>
          <p:cNvSpPr/>
          <p:nvPr/>
        </p:nvSpPr>
        <p:spPr>
          <a:xfrm>
            <a:off x="1823026" y="1369986"/>
            <a:ext cx="851936" cy="16934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B9C34ED-C537-3D96-DD92-1781626FAEEF}"/>
              </a:ext>
            </a:extLst>
          </p:cNvPr>
          <p:cNvSpPr>
            <a:spLocks/>
          </p:cNvSpPr>
          <p:nvPr/>
        </p:nvSpPr>
        <p:spPr>
          <a:xfrm>
            <a:off x="1787225" y="1349196"/>
            <a:ext cx="1058486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Đinh Viết Vũ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152FFE45-A51E-8122-286E-064D1A003A34}"/>
              </a:ext>
            </a:extLst>
          </p:cNvPr>
          <p:cNvSpPr/>
          <p:nvPr/>
        </p:nvSpPr>
        <p:spPr>
          <a:xfrm>
            <a:off x="2224951" y="1603051"/>
            <a:ext cx="434633" cy="87605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2">
                    <a:lumMod val="90000"/>
                    <a:lumOff val="10000"/>
                  </a:schemeClr>
                </a:solidFill>
              </a:rPr>
              <a:t>Đăng xuất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17CB128A-0A6F-28CF-0888-42F925D4837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58" y="1605212"/>
            <a:ext cx="91732" cy="91732"/>
          </a:xfrm>
          <a:prstGeom prst="rect">
            <a:avLst/>
          </a:prstGeom>
        </p:spPr>
      </p:pic>
      <p:pic>
        <p:nvPicPr>
          <p:cNvPr id="150" name="Picture 149" descr="A cartoon of a person&#10;&#10;AI-generated content may be incorrect.">
            <a:extLst>
              <a:ext uri="{FF2B5EF4-FFF2-40B4-BE49-F238E27FC236}">
                <a16:creationId xmlns:a16="http://schemas.microsoft.com/office/drawing/2014/main" id="{39361DD0-550C-1E6C-AC0D-71DA42995A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529" y="1016233"/>
            <a:ext cx="321827" cy="321827"/>
          </a:xfrm>
          <a:prstGeom prst="rect">
            <a:avLst/>
          </a:prstGeom>
        </p:spPr>
      </p:pic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2BA90DAE-31D5-2A4B-1096-229A779CF9EE}"/>
              </a:ext>
            </a:extLst>
          </p:cNvPr>
          <p:cNvSpPr/>
          <p:nvPr/>
        </p:nvSpPr>
        <p:spPr>
          <a:xfrm>
            <a:off x="4719566" y="1374737"/>
            <a:ext cx="851936" cy="16934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93BAF16-D9A2-4E7E-75BB-7176DEA0D964}"/>
              </a:ext>
            </a:extLst>
          </p:cNvPr>
          <p:cNvSpPr>
            <a:spLocks/>
          </p:cNvSpPr>
          <p:nvPr/>
        </p:nvSpPr>
        <p:spPr>
          <a:xfrm>
            <a:off x="4683765" y="1353947"/>
            <a:ext cx="1058486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Đinh Viết Vũ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5DAB80C9-D697-1DAD-9018-82703A340605}"/>
              </a:ext>
            </a:extLst>
          </p:cNvPr>
          <p:cNvSpPr/>
          <p:nvPr/>
        </p:nvSpPr>
        <p:spPr>
          <a:xfrm>
            <a:off x="5121491" y="1607802"/>
            <a:ext cx="434633" cy="87605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2">
                    <a:lumMod val="90000"/>
                    <a:lumOff val="10000"/>
                  </a:schemeClr>
                </a:solidFill>
              </a:rPr>
              <a:t>Đăng xuất</a:t>
            </a:r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8A1529CF-DB8B-5939-A0CC-3E4C6D924B3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398" y="1609963"/>
            <a:ext cx="91732" cy="91732"/>
          </a:xfrm>
          <a:prstGeom prst="rect">
            <a:avLst/>
          </a:prstGeom>
        </p:spPr>
      </p:pic>
      <p:pic>
        <p:nvPicPr>
          <p:cNvPr id="155" name="Picture 154" descr="A cartoon of a person&#10;&#10;AI-generated content may be incorrect.">
            <a:extLst>
              <a:ext uri="{FF2B5EF4-FFF2-40B4-BE49-F238E27FC236}">
                <a16:creationId xmlns:a16="http://schemas.microsoft.com/office/drawing/2014/main" id="{646A31E8-FF25-47EA-EB9E-16625C71D58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052" y="1008945"/>
            <a:ext cx="321827" cy="321827"/>
          </a:xfrm>
          <a:prstGeom prst="rect">
            <a:avLst/>
          </a:prstGeom>
        </p:spPr>
      </p:pic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F13B847-F7EC-65DF-D9C7-062F46EF6E6A}"/>
              </a:ext>
            </a:extLst>
          </p:cNvPr>
          <p:cNvSpPr/>
          <p:nvPr/>
        </p:nvSpPr>
        <p:spPr>
          <a:xfrm>
            <a:off x="7803089" y="1367449"/>
            <a:ext cx="851936" cy="16934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DFC9790-33C8-9108-D177-3B838F832A2A}"/>
              </a:ext>
            </a:extLst>
          </p:cNvPr>
          <p:cNvSpPr>
            <a:spLocks/>
          </p:cNvSpPr>
          <p:nvPr/>
        </p:nvSpPr>
        <p:spPr>
          <a:xfrm>
            <a:off x="7767288" y="1346659"/>
            <a:ext cx="1058486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Đinh Viết Vũ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A419EC95-DDF7-2ABD-88C5-41B5167E1EAA}"/>
              </a:ext>
            </a:extLst>
          </p:cNvPr>
          <p:cNvSpPr/>
          <p:nvPr/>
        </p:nvSpPr>
        <p:spPr>
          <a:xfrm>
            <a:off x="8205014" y="1600514"/>
            <a:ext cx="434633" cy="87605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2">
                    <a:lumMod val="90000"/>
                    <a:lumOff val="10000"/>
                  </a:schemeClr>
                </a:solidFill>
              </a:rPr>
              <a:t>Đăng xuất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ED2D93AC-286A-82E0-6C3D-4CB09FC0774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921" y="1602675"/>
            <a:ext cx="91732" cy="9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2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0EB0-2E13-8E50-BD5F-FE3D6E72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700747B9-B45E-F437-0EEF-5DD13106C4DB}"/>
              </a:ext>
            </a:extLst>
          </p:cNvPr>
          <p:cNvSpPr>
            <a:spLocks/>
          </p:cNvSpPr>
          <p:nvPr/>
        </p:nvSpPr>
        <p:spPr>
          <a:xfrm>
            <a:off x="4651472" y="461824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1202F32-079D-39F5-1838-BD34702048E2}"/>
              </a:ext>
            </a:extLst>
          </p:cNvPr>
          <p:cNvSpPr>
            <a:spLocks/>
          </p:cNvSpPr>
          <p:nvPr/>
        </p:nvSpPr>
        <p:spPr>
          <a:xfrm>
            <a:off x="4689444" y="1248087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AFB2BA-4CA0-979C-8EE6-B6272037219F}"/>
              </a:ext>
            </a:extLst>
          </p:cNvPr>
          <p:cNvSpPr>
            <a:spLocks/>
          </p:cNvSpPr>
          <p:nvPr/>
        </p:nvSpPr>
        <p:spPr>
          <a:xfrm>
            <a:off x="4641639" y="4639915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7E62AB-8C7A-1B0B-4AB3-CAC49C6F2572}"/>
              </a:ext>
            </a:extLst>
          </p:cNvPr>
          <p:cNvSpPr txBox="1">
            <a:spLocks/>
          </p:cNvSpPr>
          <p:nvPr/>
        </p:nvSpPr>
        <p:spPr>
          <a:xfrm>
            <a:off x="4742942" y="4717783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8A2E13AF-3BE3-98A0-011B-39C8ACBD66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565214"/>
              </p:ext>
            </p:extLst>
          </p:nvPr>
        </p:nvGraphicFramePr>
        <p:xfrm>
          <a:off x="4725602" y="6038808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3FD2016F-26B1-921D-094B-84EECAD47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62" y="6094370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E61B5459-BF1D-5456-99F9-BB46C801B7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475" y="6067453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9108C7DA-A004-40EB-7BB7-F6312CFC8E57}"/>
              </a:ext>
            </a:extLst>
          </p:cNvPr>
          <p:cNvSpPr>
            <a:spLocks/>
          </p:cNvSpPr>
          <p:nvPr/>
        </p:nvSpPr>
        <p:spPr>
          <a:xfrm>
            <a:off x="6761148" y="522822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F76EA045-390E-11F6-00D8-0615A64B6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6928277"/>
              </p:ext>
            </p:extLst>
          </p:nvPr>
        </p:nvGraphicFramePr>
        <p:xfrm>
          <a:off x="4678142" y="611608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0482A5A-571B-875E-BC09-93259A4D6A53}"/>
              </a:ext>
            </a:extLst>
          </p:cNvPr>
          <p:cNvSpPr>
            <a:spLocks/>
          </p:cNvSpPr>
          <p:nvPr/>
        </p:nvSpPr>
        <p:spPr>
          <a:xfrm>
            <a:off x="4792272" y="638846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30D35FB-D1CB-CECD-8EB3-2200C5D9B8E1}"/>
              </a:ext>
            </a:extLst>
          </p:cNvPr>
          <p:cNvSpPr>
            <a:spLocks/>
          </p:cNvSpPr>
          <p:nvPr/>
        </p:nvSpPr>
        <p:spPr>
          <a:xfrm>
            <a:off x="7111165" y="522822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B7C92FA-AD4A-624A-CDD3-783317A0BD30}"/>
              </a:ext>
            </a:extLst>
          </p:cNvPr>
          <p:cNvSpPr>
            <a:spLocks/>
          </p:cNvSpPr>
          <p:nvPr/>
        </p:nvSpPr>
        <p:spPr>
          <a:xfrm>
            <a:off x="7174467" y="522822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54EE2E4-5BA7-E21D-EA58-ADFDF90FA9A2}"/>
              </a:ext>
            </a:extLst>
          </p:cNvPr>
          <p:cNvSpPr>
            <a:spLocks/>
          </p:cNvSpPr>
          <p:nvPr/>
        </p:nvSpPr>
        <p:spPr>
          <a:xfrm>
            <a:off x="7056211" y="522822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71E02A2-D440-A15C-9183-23C19B7743CB}"/>
              </a:ext>
            </a:extLst>
          </p:cNvPr>
          <p:cNvSpPr>
            <a:spLocks/>
          </p:cNvSpPr>
          <p:nvPr/>
        </p:nvSpPr>
        <p:spPr>
          <a:xfrm>
            <a:off x="4689444" y="1477178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9F004C-F4D0-EB11-4B85-FB518FEB2F3B}"/>
              </a:ext>
            </a:extLst>
          </p:cNvPr>
          <p:cNvSpPr>
            <a:spLocks/>
          </p:cNvSpPr>
          <p:nvPr/>
        </p:nvSpPr>
        <p:spPr>
          <a:xfrm>
            <a:off x="1010130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C6DD55-C3C3-4A9D-9A71-E9DED3C5ADBD}"/>
              </a:ext>
            </a:extLst>
          </p:cNvPr>
          <p:cNvSpPr>
            <a:spLocks/>
          </p:cNvSpPr>
          <p:nvPr/>
        </p:nvSpPr>
        <p:spPr>
          <a:xfrm>
            <a:off x="1437766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2BFE0-2A3B-64F0-795C-A3C5BEC1BF38}"/>
              </a:ext>
            </a:extLst>
          </p:cNvPr>
          <p:cNvSpPr>
            <a:spLocks/>
          </p:cNvSpPr>
          <p:nvPr/>
        </p:nvSpPr>
        <p:spPr>
          <a:xfrm>
            <a:off x="1437766" y="324827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B480B2-955D-EF3C-3CBE-C6059C5DE3CD}"/>
              </a:ext>
            </a:extLst>
          </p:cNvPr>
          <p:cNvSpPr>
            <a:spLocks/>
          </p:cNvSpPr>
          <p:nvPr/>
        </p:nvSpPr>
        <p:spPr>
          <a:xfrm>
            <a:off x="1048102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39B4D5D-8723-36A4-0A71-163F41937595}"/>
              </a:ext>
            </a:extLst>
          </p:cNvPr>
          <p:cNvSpPr>
            <a:spLocks/>
          </p:cNvSpPr>
          <p:nvPr/>
        </p:nvSpPr>
        <p:spPr>
          <a:xfrm>
            <a:off x="1000297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2C8318-25CA-88EF-0BAE-17F07703B242}"/>
              </a:ext>
            </a:extLst>
          </p:cNvPr>
          <p:cNvSpPr txBox="1">
            <a:spLocks/>
          </p:cNvSpPr>
          <p:nvPr/>
        </p:nvSpPr>
        <p:spPr>
          <a:xfrm>
            <a:off x="1101600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013A57B6-5591-58E6-4F9A-CA72075EE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79767"/>
              </p:ext>
            </p:extLst>
          </p:nvPr>
        </p:nvGraphicFramePr>
        <p:xfrm>
          <a:off x="1111432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F4D2E793-78F2-4AC3-A63D-E8554E9E3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420" y="6114946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5EBE45A3-E906-4848-0979-0FE1288DD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133" y="6088029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B987EBB-289D-5B96-4CA6-7FF54B5F5983}"/>
              </a:ext>
            </a:extLst>
          </p:cNvPr>
          <p:cNvSpPr>
            <a:spLocks/>
          </p:cNvSpPr>
          <p:nvPr/>
        </p:nvSpPr>
        <p:spPr>
          <a:xfrm>
            <a:off x="3119806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59338C-8C67-C532-57B8-CF8E6553AA1A}"/>
              </a:ext>
            </a:extLst>
          </p:cNvPr>
          <p:cNvSpPr>
            <a:spLocks/>
          </p:cNvSpPr>
          <p:nvPr/>
        </p:nvSpPr>
        <p:spPr>
          <a:xfrm>
            <a:off x="3469823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E593C8C-EFF2-1326-D7FF-F7D26FFB7B7E}"/>
              </a:ext>
            </a:extLst>
          </p:cNvPr>
          <p:cNvSpPr>
            <a:spLocks/>
          </p:cNvSpPr>
          <p:nvPr/>
        </p:nvSpPr>
        <p:spPr>
          <a:xfrm>
            <a:off x="3533125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E07B5C9-95F1-1F1D-6872-55A9657A8901}"/>
              </a:ext>
            </a:extLst>
          </p:cNvPr>
          <p:cNvSpPr>
            <a:spLocks/>
          </p:cNvSpPr>
          <p:nvPr/>
        </p:nvSpPr>
        <p:spPr>
          <a:xfrm>
            <a:off x="3414869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B1747DB-8321-1894-3BC4-55D6A9374EF0}"/>
              </a:ext>
            </a:extLst>
          </p:cNvPr>
          <p:cNvSpPr>
            <a:spLocks/>
          </p:cNvSpPr>
          <p:nvPr/>
        </p:nvSpPr>
        <p:spPr>
          <a:xfrm>
            <a:off x="1048102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23D8D6-CAE1-1CDB-766A-4E0C96BC9FFC}"/>
              </a:ext>
            </a:extLst>
          </p:cNvPr>
          <p:cNvSpPr>
            <a:spLocks/>
          </p:cNvSpPr>
          <p:nvPr/>
        </p:nvSpPr>
        <p:spPr>
          <a:xfrm>
            <a:off x="1437766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02C0F8-DC14-9C96-D00A-8888EA273A94}"/>
              </a:ext>
            </a:extLst>
          </p:cNvPr>
          <p:cNvSpPr>
            <a:spLocks/>
          </p:cNvSpPr>
          <p:nvPr/>
        </p:nvSpPr>
        <p:spPr>
          <a:xfrm>
            <a:off x="1437766" y="2776792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D16A7BC-2A0C-1E00-2EC8-0415E94E0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124" y="2384383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E10FEDA-B60F-2CD2-5E2D-83D314B7E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8" y="1950305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23A9148-B4C7-F858-B8B7-D45C07169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124" y="2854450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9E98883-837C-1A43-6214-4D2452A046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6309" y="332137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D382FB28-1DA3-9768-0281-630407366B28}"/>
              </a:ext>
            </a:extLst>
          </p:cNvPr>
          <p:cNvSpPr>
            <a:spLocks/>
          </p:cNvSpPr>
          <p:nvPr/>
        </p:nvSpPr>
        <p:spPr>
          <a:xfrm>
            <a:off x="1437766" y="421410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3CDEB53A-D17F-FE85-7A18-BD78726BF4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1213" y="428399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F24BB2AE-14AB-7C10-7ACF-215FFFF82FA8}"/>
              </a:ext>
            </a:extLst>
          </p:cNvPr>
          <p:cNvSpPr>
            <a:spLocks/>
          </p:cNvSpPr>
          <p:nvPr/>
        </p:nvSpPr>
        <p:spPr>
          <a:xfrm>
            <a:off x="1437766" y="37330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6DA038D0-E524-BCDD-AD1A-F1D6A80935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483326" y="382503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1A70F7C-A350-4A14-40F9-111F354EDD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631752"/>
              </p:ext>
            </p:extLst>
          </p:nvPr>
        </p:nvGraphicFramePr>
        <p:xfrm>
          <a:off x="1048102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FF21F37-4EEF-A0E4-DA06-A4A04A88D69E}"/>
              </a:ext>
            </a:extLst>
          </p:cNvPr>
          <p:cNvSpPr>
            <a:spLocks/>
          </p:cNvSpPr>
          <p:nvPr/>
        </p:nvSpPr>
        <p:spPr>
          <a:xfrm>
            <a:off x="1162232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E92A644B-0D8E-E3CF-4348-F3E9F62892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106" y="928314"/>
            <a:ext cx="531887" cy="338256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0898AE97-A714-095C-CD0F-7A5F72B27E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439" y="889728"/>
            <a:ext cx="531887" cy="338256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7440F73-7102-DB81-BD42-0287C79E74CB}"/>
              </a:ext>
            </a:extLst>
          </p:cNvPr>
          <p:cNvCxnSpPr>
            <a:cxnSpLocks/>
          </p:cNvCxnSpPr>
          <p:nvPr/>
        </p:nvCxnSpPr>
        <p:spPr>
          <a:xfrm>
            <a:off x="5886102" y="1783192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22DB519-BD2D-234A-0AA9-DD0699325813}"/>
              </a:ext>
            </a:extLst>
          </p:cNvPr>
          <p:cNvCxnSpPr>
            <a:cxnSpLocks/>
          </p:cNvCxnSpPr>
          <p:nvPr/>
        </p:nvCxnSpPr>
        <p:spPr>
          <a:xfrm>
            <a:off x="2264445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01DFA68-3307-8A7B-D463-0E839C74F246}"/>
              </a:ext>
            </a:extLst>
          </p:cNvPr>
          <p:cNvCxnSpPr>
            <a:cxnSpLocks/>
          </p:cNvCxnSpPr>
          <p:nvPr/>
        </p:nvCxnSpPr>
        <p:spPr>
          <a:xfrm>
            <a:off x="2241928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B474AD2-FF59-AEE4-CD23-4B598D17A975}"/>
              </a:ext>
            </a:extLst>
          </p:cNvPr>
          <p:cNvCxnSpPr>
            <a:cxnSpLocks/>
          </p:cNvCxnSpPr>
          <p:nvPr/>
        </p:nvCxnSpPr>
        <p:spPr>
          <a:xfrm>
            <a:off x="5947445" y="45817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730E70B2-E6D6-A3F8-DA0B-B87A4D4188A7}"/>
              </a:ext>
            </a:extLst>
          </p:cNvPr>
          <p:cNvSpPr>
            <a:spLocks/>
          </p:cNvSpPr>
          <p:nvPr/>
        </p:nvSpPr>
        <p:spPr>
          <a:xfrm>
            <a:off x="3926377" y="2714791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0147766E-17D2-E476-76B7-67A25A9FB3C9}"/>
              </a:ext>
            </a:extLst>
          </p:cNvPr>
          <p:cNvSpPr>
            <a:spLocks/>
          </p:cNvSpPr>
          <p:nvPr/>
        </p:nvSpPr>
        <p:spPr>
          <a:xfrm>
            <a:off x="4792272" y="1850001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876AE85E-85D1-A035-28D9-5A1C17150CA6}"/>
              </a:ext>
            </a:extLst>
          </p:cNvPr>
          <p:cNvSpPr>
            <a:spLocks/>
          </p:cNvSpPr>
          <p:nvPr/>
        </p:nvSpPr>
        <p:spPr>
          <a:xfrm>
            <a:off x="6065013" y="1856442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FC0DC91D-9334-2469-252E-79A08957ED40}"/>
              </a:ext>
            </a:extLst>
          </p:cNvPr>
          <p:cNvSpPr>
            <a:spLocks/>
          </p:cNvSpPr>
          <p:nvPr/>
        </p:nvSpPr>
        <p:spPr>
          <a:xfrm>
            <a:off x="4794716" y="2154183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7C3EF36B-D892-4755-8CE9-E657B8B4C2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7065748"/>
              </p:ext>
            </p:extLst>
          </p:nvPr>
        </p:nvGraphicFramePr>
        <p:xfrm>
          <a:off x="4837471" y="2482628"/>
          <a:ext cx="23598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Golang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React 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Java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Python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pic>
        <p:nvPicPr>
          <p:cNvPr id="125" name="Picture 124" descr="A cartoon of a blue mouse&#10;&#10;AI-generated content may be incorrect.">
            <a:extLst>
              <a:ext uri="{FF2B5EF4-FFF2-40B4-BE49-F238E27FC236}">
                <a16:creationId xmlns:a16="http://schemas.microsoft.com/office/drawing/2014/main" id="{4D25E903-59A3-D5F8-CC19-625015A483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558" y="2812352"/>
            <a:ext cx="341516" cy="464829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D7E5377B-FAEC-2C3C-A17C-608FEFC50E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644" y="3792213"/>
            <a:ext cx="428491" cy="426817"/>
          </a:xfrm>
          <a:prstGeom prst="rect">
            <a:avLst/>
          </a:prstGeom>
        </p:spPr>
      </p:pic>
      <p:pic>
        <p:nvPicPr>
          <p:cNvPr id="135" name="Picture 13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E1ADE72-3253-B759-BB9B-19DFE5E595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845" y="3728708"/>
            <a:ext cx="592147" cy="59214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8E0ED0BA-46C6-F08A-2BEF-E95C188C170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579" y="2721310"/>
            <a:ext cx="562202" cy="542072"/>
          </a:xfrm>
          <a:prstGeom prst="rect">
            <a:avLst/>
          </a:prstGeom>
        </p:spPr>
      </p:pic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A26A864B-FD4A-9D1A-8A24-0769441A2A8C}"/>
              </a:ext>
            </a:extLst>
          </p:cNvPr>
          <p:cNvSpPr>
            <a:spLocks/>
          </p:cNvSpPr>
          <p:nvPr/>
        </p:nvSpPr>
        <p:spPr>
          <a:xfrm>
            <a:off x="5103242" y="3321378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6F0FB16-5543-8089-EBB2-12321B19C5D7}"/>
              </a:ext>
            </a:extLst>
          </p:cNvPr>
          <p:cNvSpPr>
            <a:spLocks/>
          </p:cNvSpPr>
          <p:nvPr/>
        </p:nvSpPr>
        <p:spPr>
          <a:xfrm>
            <a:off x="6329817" y="3335203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DCE080C-8FF1-8AC5-5CA4-15E4C6EB2B79}"/>
              </a:ext>
            </a:extLst>
          </p:cNvPr>
          <p:cNvSpPr>
            <a:spLocks/>
          </p:cNvSpPr>
          <p:nvPr/>
        </p:nvSpPr>
        <p:spPr>
          <a:xfrm>
            <a:off x="5129845" y="4336146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BA334971-26CA-59E4-5609-C25337CFF28C}"/>
              </a:ext>
            </a:extLst>
          </p:cNvPr>
          <p:cNvSpPr>
            <a:spLocks/>
          </p:cNvSpPr>
          <p:nvPr/>
        </p:nvSpPr>
        <p:spPr>
          <a:xfrm>
            <a:off x="6352308" y="4305491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911D1-69E0-AF7F-68EA-F875CC562C1B}"/>
              </a:ext>
            </a:extLst>
          </p:cNvPr>
          <p:cNvSpPr>
            <a:spLocks/>
          </p:cNvSpPr>
          <p:nvPr/>
        </p:nvSpPr>
        <p:spPr>
          <a:xfrm>
            <a:off x="8257426" y="46095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9FFD1-0FA0-C063-AC82-4D484E08F5D4}"/>
              </a:ext>
            </a:extLst>
          </p:cNvPr>
          <p:cNvSpPr>
            <a:spLocks/>
          </p:cNvSpPr>
          <p:nvPr/>
        </p:nvSpPr>
        <p:spPr>
          <a:xfrm>
            <a:off x="8295253" y="123983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114A7D-D981-0D73-3398-D09481967F3D}"/>
              </a:ext>
            </a:extLst>
          </p:cNvPr>
          <p:cNvSpPr>
            <a:spLocks/>
          </p:cNvSpPr>
          <p:nvPr/>
        </p:nvSpPr>
        <p:spPr>
          <a:xfrm>
            <a:off x="10366957" y="51457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6CE6CF2-C009-C1E4-4B8A-C9B2C929D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6928277"/>
              </p:ext>
            </p:extLst>
          </p:nvPr>
        </p:nvGraphicFramePr>
        <p:xfrm>
          <a:off x="8283951" y="60335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693DDAC-E8B3-C978-8D6C-B7BB86B1B41B}"/>
              </a:ext>
            </a:extLst>
          </p:cNvPr>
          <p:cNvSpPr>
            <a:spLocks/>
          </p:cNvSpPr>
          <p:nvPr/>
        </p:nvSpPr>
        <p:spPr>
          <a:xfrm>
            <a:off x="8398081" y="630594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97A19B-BE38-2735-517A-267EB955C6B3}"/>
              </a:ext>
            </a:extLst>
          </p:cNvPr>
          <p:cNvSpPr>
            <a:spLocks/>
          </p:cNvSpPr>
          <p:nvPr/>
        </p:nvSpPr>
        <p:spPr>
          <a:xfrm>
            <a:off x="10716974" y="51457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0D0E58-7AE5-F339-BB11-17296B1363AF}"/>
              </a:ext>
            </a:extLst>
          </p:cNvPr>
          <p:cNvSpPr>
            <a:spLocks/>
          </p:cNvSpPr>
          <p:nvPr/>
        </p:nvSpPr>
        <p:spPr>
          <a:xfrm>
            <a:off x="10780276" y="51457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8BEA46-4DBA-CA78-1EC7-B2F4D1EC2D8F}"/>
              </a:ext>
            </a:extLst>
          </p:cNvPr>
          <p:cNvSpPr>
            <a:spLocks/>
          </p:cNvSpPr>
          <p:nvPr/>
        </p:nvSpPr>
        <p:spPr>
          <a:xfrm>
            <a:off x="10662020" y="51457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72C3C3F-2FB9-C605-8864-3A27E1E15706}"/>
              </a:ext>
            </a:extLst>
          </p:cNvPr>
          <p:cNvSpPr>
            <a:spLocks/>
          </p:cNvSpPr>
          <p:nvPr/>
        </p:nvSpPr>
        <p:spPr>
          <a:xfrm>
            <a:off x="8295253" y="146892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EA53FA1-BE15-1BEF-2660-36006AA037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248" y="881476"/>
            <a:ext cx="531887" cy="338256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FB6E902-3D3F-77BF-1583-0CC28FDDCBD7}"/>
              </a:ext>
            </a:extLst>
          </p:cNvPr>
          <p:cNvCxnSpPr>
            <a:cxnSpLocks/>
          </p:cNvCxnSpPr>
          <p:nvPr/>
        </p:nvCxnSpPr>
        <p:spPr>
          <a:xfrm>
            <a:off x="9491911" y="177494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60CDA33-0F21-0CFF-59C2-82C8D2DA5AB0}"/>
              </a:ext>
            </a:extLst>
          </p:cNvPr>
          <p:cNvCxnSpPr>
            <a:cxnSpLocks/>
          </p:cNvCxnSpPr>
          <p:nvPr/>
        </p:nvCxnSpPr>
        <p:spPr>
          <a:xfrm>
            <a:off x="9491911" y="466049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6FFAC9D1-5BD9-7BEA-C449-412AA545A072}"/>
              </a:ext>
            </a:extLst>
          </p:cNvPr>
          <p:cNvSpPr>
            <a:spLocks/>
          </p:cNvSpPr>
          <p:nvPr/>
        </p:nvSpPr>
        <p:spPr>
          <a:xfrm>
            <a:off x="7532186" y="2706539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5ADAD8B-84B1-8981-0563-54297F5C7BB3}"/>
              </a:ext>
            </a:extLst>
          </p:cNvPr>
          <p:cNvSpPr>
            <a:spLocks/>
          </p:cNvSpPr>
          <p:nvPr/>
        </p:nvSpPr>
        <p:spPr>
          <a:xfrm>
            <a:off x="8398081" y="1841749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60986DB-2FA2-1A91-7A16-F463F9FC88AA}"/>
              </a:ext>
            </a:extLst>
          </p:cNvPr>
          <p:cNvSpPr>
            <a:spLocks/>
          </p:cNvSpPr>
          <p:nvPr/>
        </p:nvSpPr>
        <p:spPr>
          <a:xfrm>
            <a:off x="9670822" y="1848190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91CB211-F3E1-F7C1-ADCE-2C1F382CE531}"/>
              </a:ext>
            </a:extLst>
          </p:cNvPr>
          <p:cNvSpPr>
            <a:spLocks/>
          </p:cNvSpPr>
          <p:nvPr/>
        </p:nvSpPr>
        <p:spPr>
          <a:xfrm>
            <a:off x="8400525" y="2145931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5A8BA0E6-CA93-0165-E143-00F25E44E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491341"/>
              </p:ext>
            </p:extLst>
          </p:nvPr>
        </p:nvGraphicFramePr>
        <p:xfrm>
          <a:off x="8398081" y="2474377"/>
          <a:ext cx="2427914" cy="102584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90706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3720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25844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Golang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Môi trường: Golang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1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  <a:p>
                      <a:pPr algn="l"/>
                      <a:endParaRPr lang="en-US" sz="8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 tại: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0.6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</a:tbl>
          </a:graphicData>
        </a:graphic>
      </p:graphicFrame>
      <p:pic>
        <p:nvPicPr>
          <p:cNvPr id="71" name="Picture 70" descr="A cartoon of a blue mouse&#10;&#10;AI-generated content may be incorrect.">
            <a:extLst>
              <a:ext uri="{FF2B5EF4-FFF2-40B4-BE49-F238E27FC236}">
                <a16:creationId xmlns:a16="http://schemas.microsoft.com/office/drawing/2014/main" id="{578BCF05-3A82-4E5E-8398-1FCBF3A98D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047" y="2812352"/>
            <a:ext cx="341516" cy="464829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489E1F8-5256-AE0C-28E8-EF1459B256A3}"/>
              </a:ext>
            </a:extLst>
          </p:cNvPr>
          <p:cNvSpPr>
            <a:spLocks/>
          </p:cNvSpPr>
          <p:nvPr/>
        </p:nvSpPr>
        <p:spPr>
          <a:xfrm>
            <a:off x="8679583" y="3313126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pic>
        <p:nvPicPr>
          <p:cNvPr id="103" name="Picture 10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760BAE1-AE92-5627-3E85-1BE8D8DAEC7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694" y="3735523"/>
            <a:ext cx="342591" cy="342591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150A4A74-B706-04E8-0107-3594241A74C9}"/>
              </a:ext>
            </a:extLst>
          </p:cNvPr>
          <p:cNvSpPr txBox="1"/>
          <p:nvPr/>
        </p:nvSpPr>
        <p:spPr>
          <a:xfrm>
            <a:off x="8482412" y="4020368"/>
            <a:ext cx="4837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GitHub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99BFA30-834D-005E-EBE0-04C7C2D3F50B}"/>
              </a:ext>
            </a:extLst>
          </p:cNvPr>
          <p:cNvSpPr txBox="1"/>
          <p:nvPr/>
        </p:nvSpPr>
        <p:spPr>
          <a:xfrm>
            <a:off x="8978183" y="3680749"/>
            <a:ext cx="1816950" cy="2462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Đường dẫn GitHub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1D59E0-2150-3F04-B4DA-10FB5FC7D1AE}"/>
              </a:ext>
            </a:extLst>
          </p:cNvPr>
          <p:cNvSpPr txBox="1"/>
          <p:nvPr/>
        </p:nvSpPr>
        <p:spPr>
          <a:xfrm>
            <a:off x="8986185" y="4020368"/>
            <a:ext cx="1816950" cy="2462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Access Token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5A48064-9260-EC27-7BEB-7608E97BC9C0}"/>
              </a:ext>
            </a:extLst>
          </p:cNvPr>
          <p:cNvSpPr txBox="1"/>
          <p:nvPr/>
        </p:nvSpPr>
        <p:spPr>
          <a:xfrm>
            <a:off x="8984805" y="4381284"/>
            <a:ext cx="516244" cy="1692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500"/>
              <a:t>WebHook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376FACC-D3CC-0A21-B7DC-A9A8020597AC}"/>
              </a:ext>
            </a:extLst>
          </p:cNvPr>
          <p:cNvSpPr/>
          <p:nvPr/>
        </p:nvSpPr>
        <p:spPr>
          <a:xfrm>
            <a:off x="9576955" y="4410337"/>
            <a:ext cx="113992" cy="11399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8A7EE9B-6247-ED7C-AF24-06E79E1DB92F}"/>
              </a:ext>
            </a:extLst>
          </p:cNvPr>
          <p:cNvSpPr/>
          <p:nvPr/>
        </p:nvSpPr>
        <p:spPr>
          <a:xfrm>
            <a:off x="10383023" y="4367563"/>
            <a:ext cx="420112" cy="16911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Run</a:t>
            </a: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091A1B4C-20AA-AEB1-C750-2BF9A148034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71034" y="4390854"/>
            <a:ext cx="138922" cy="138922"/>
          </a:xfrm>
          <a:prstGeom prst="rect">
            <a:avLst/>
          </a:prstGeom>
        </p:spPr>
      </p:pic>
      <p:pic>
        <p:nvPicPr>
          <p:cNvPr id="128" name="Picture 1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0DE946-26AA-9FE9-C206-7FC8CE02A9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05" y="4377365"/>
            <a:ext cx="184654" cy="184654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268A01DB-CDCB-FE0D-475E-E9395CEBE14B}"/>
              </a:ext>
            </a:extLst>
          </p:cNvPr>
          <p:cNvSpPr/>
          <p:nvPr/>
        </p:nvSpPr>
        <p:spPr>
          <a:xfrm>
            <a:off x="8367801" y="4763550"/>
            <a:ext cx="2469571" cy="15033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D19B724-3497-8FC5-11C2-FECA5683A7E8}"/>
              </a:ext>
            </a:extLst>
          </p:cNvPr>
          <p:cNvSpPr/>
          <p:nvPr/>
        </p:nvSpPr>
        <p:spPr>
          <a:xfrm>
            <a:off x="9299489" y="4717783"/>
            <a:ext cx="609600" cy="146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cs typeface="Times New Roman" panose="02020603050405020304" pitchFamily="18" charset="0"/>
              </a:rPr>
              <a:t>Log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F03A50B-AEBE-901F-F044-E981F74BAA53}"/>
              </a:ext>
            </a:extLst>
          </p:cNvPr>
          <p:cNvSpPr txBox="1"/>
          <p:nvPr/>
        </p:nvSpPr>
        <p:spPr>
          <a:xfrm>
            <a:off x="8483305" y="4831414"/>
            <a:ext cx="22672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Đang Pull  Source code từ GitHub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----------------------------------------------------------</a:t>
            </a:r>
          </a:p>
          <a:p>
            <a:r>
              <a:rPr lang="en-US" sz="800">
                <a:solidFill>
                  <a:schemeClr val="bg1"/>
                </a:solidFill>
              </a:rPr>
              <a:t>Đang Build ảnh</a:t>
            </a:r>
          </a:p>
          <a:p>
            <a:r>
              <a:rPr lang="en-US" sz="800">
                <a:solidFill>
                  <a:schemeClr val="bg1"/>
                </a:solidFill>
              </a:rPr>
              <a:t>----------------------------------------------------------</a:t>
            </a:r>
          </a:p>
          <a:p>
            <a:r>
              <a:rPr lang="en-US" sz="800">
                <a:solidFill>
                  <a:schemeClr val="bg1"/>
                </a:solidFill>
              </a:rPr>
              <a:t>Đang Push ảnh lên Registry</a:t>
            </a:r>
          </a:p>
          <a:p>
            <a:r>
              <a:rPr lang="en-US" sz="800">
                <a:solidFill>
                  <a:schemeClr val="bg1"/>
                </a:solidFill>
              </a:rPr>
              <a:t>----------------------------------------------------------</a:t>
            </a:r>
          </a:p>
          <a:p>
            <a:r>
              <a:rPr lang="en-US" sz="800">
                <a:solidFill>
                  <a:schemeClr val="bg1"/>
                </a:solidFill>
              </a:rPr>
              <a:t>Đang tạo môi trường để Test và Deploy</a:t>
            </a:r>
          </a:p>
          <a:p>
            <a:r>
              <a:rPr lang="en-US" sz="800">
                <a:solidFill>
                  <a:schemeClr val="bg1"/>
                </a:solidFill>
              </a:rPr>
              <a:t>----------------------------------------------------------</a:t>
            </a:r>
          </a:p>
          <a:p>
            <a:r>
              <a:rPr lang="en-US" sz="800">
                <a:solidFill>
                  <a:schemeClr val="bg1"/>
                </a:solidFill>
              </a:rPr>
              <a:t>Hoàn thành: </a:t>
            </a:r>
          </a:p>
          <a:p>
            <a:r>
              <a:rPr lang="en-US" sz="800">
                <a:solidFill>
                  <a:schemeClr val="bg1"/>
                </a:solidFill>
              </a:rPr>
              <a:t>Ứng dụng của bạn:</a:t>
            </a:r>
          </a:p>
          <a:p>
            <a:r>
              <a:rPr lang="en-US" sz="800">
                <a:solidFill>
                  <a:schemeClr val="bg1"/>
                </a:solidFill>
              </a:rPr>
              <a:t> http://userId-golang-1.example.com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645A589-A409-5159-C183-28DA42F4D756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415460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AA9C-AC34-CB8E-7F86-121D4D42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2F98ED9A-812D-F0A6-EA48-D114C91EFE96}"/>
              </a:ext>
            </a:extLst>
          </p:cNvPr>
          <p:cNvSpPr>
            <a:spLocks/>
          </p:cNvSpPr>
          <p:nvPr/>
        </p:nvSpPr>
        <p:spPr>
          <a:xfrm>
            <a:off x="4651472" y="461824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1FB8A7A-EB79-4F48-0518-355EB4CA0CDF}"/>
              </a:ext>
            </a:extLst>
          </p:cNvPr>
          <p:cNvSpPr>
            <a:spLocks/>
          </p:cNvSpPr>
          <p:nvPr/>
        </p:nvSpPr>
        <p:spPr>
          <a:xfrm>
            <a:off x="4689444" y="1248087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A41BF5-D622-B85D-3F41-AFD523579953}"/>
              </a:ext>
            </a:extLst>
          </p:cNvPr>
          <p:cNvSpPr>
            <a:spLocks/>
          </p:cNvSpPr>
          <p:nvPr/>
        </p:nvSpPr>
        <p:spPr>
          <a:xfrm>
            <a:off x="4641639" y="4639915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EE68D1-C146-83D1-59D9-3C1F31D8C3FB}"/>
              </a:ext>
            </a:extLst>
          </p:cNvPr>
          <p:cNvSpPr txBox="1">
            <a:spLocks/>
          </p:cNvSpPr>
          <p:nvPr/>
        </p:nvSpPr>
        <p:spPr>
          <a:xfrm>
            <a:off x="4742942" y="4717783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4AFE8A2A-083E-0AFA-1D06-1D89946FD3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748231"/>
              </p:ext>
            </p:extLst>
          </p:nvPr>
        </p:nvGraphicFramePr>
        <p:xfrm>
          <a:off x="4725602" y="6038808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951D31CB-70B8-0D2B-8426-58B62F467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62" y="6094370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5A09A6BB-3A93-BCEB-F822-41B08568A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475" y="6067453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E3F57391-CC7F-8668-74C1-9B2DEC07CBC1}"/>
              </a:ext>
            </a:extLst>
          </p:cNvPr>
          <p:cNvSpPr>
            <a:spLocks/>
          </p:cNvSpPr>
          <p:nvPr/>
        </p:nvSpPr>
        <p:spPr>
          <a:xfrm>
            <a:off x="6761148" y="522822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606C9038-19D9-495A-78E2-D5A0520D50D1}"/>
              </a:ext>
            </a:extLst>
          </p:cNvPr>
          <p:cNvGraphicFramePr>
            <a:graphicFrameLocks/>
          </p:cNvGraphicFramePr>
          <p:nvPr/>
        </p:nvGraphicFramePr>
        <p:xfrm>
          <a:off x="4678142" y="611608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065C8D6-C141-4A45-83E7-BF56A37F852B}"/>
              </a:ext>
            </a:extLst>
          </p:cNvPr>
          <p:cNvSpPr>
            <a:spLocks/>
          </p:cNvSpPr>
          <p:nvPr/>
        </p:nvSpPr>
        <p:spPr>
          <a:xfrm>
            <a:off x="4792272" y="638846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49A9C1-5A8F-E5B2-EABA-B59538007591}"/>
              </a:ext>
            </a:extLst>
          </p:cNvPr>
          <p:cNvSpPr>
            <a:spLocks/>
          </p:cNvSpPr>
          <p:nvPr/>
        </p:nvSpPr>
        <p:spPr>
          <a:xfrm>
            <a:off x="7111165" y="522822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216F45B-4D24-F407-0E95-A841C7FDA975}"/>
              </a:ext>
            </a:extLst>
          </p:cNvPr>
          <p:cNvSpPr>
            <a:spLocks/>
          </p:cNvSpPr>
          <p:nvPr/>
        </p:nvSpPr>
        <p:spPr>
          <a:xfrm>
            <a:off x="7174467" y="522822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FCCFF52-D278-4EA7-426C-889CFCF41589}"/>
              </a:ext>
            </a:extLst>
          </p:cNvPr>
          <p:cNvSpPr>
            <a:spLocks/>
          </p:cNvSpPr>
          <p:nvPr/>
        </p:nvSpPr>
        <p:spPr>
          <a:xfrm>
            <a:off x="7056211" y="522822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06C766E-34D9-E0BB-007F-A29474338504}"/>
              </a:ext>
            </a:extLst>
          </p:cNvPr>
          <p:cNvSpPr>
            <a:spLocks/>
          </p:cNvSpPr>
          <p:nvPr/>
        </p:nvSpPr>
        <p:spPr>
          <a:xfrm>
            <a:off x="4689444" y="1477178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5C9A3-8F22-DB3B-FD7A-81070CBE530F}"/>
              </a:ext>
            </a:extLst>
          </p:cNvPr>
          <p:cNvSpPr>
            <a:spLocks/>
          </p:cNvSpPr>
          <p:nvPr/>
        </p:nvSpPr>
        <p:spPr>
          <a:xfrm>
            <a:off x="1010130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D9FA07-0B4C-5E3D-8AE9-FB1230A27006}"/>
              </a:ext>
            </a:extLst>
          </p:cNvPr>
          <p:cNvSpPr>
            <a:spLocks/>
          </p:cNvSpPr>
          <p:nvPr/>
        </p:nvSpPr>
        <p:spPr>
          <a:xfrm>
            <a:off x="1437766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C1E343-16C8-5DCE-0875-DB671AD92107}"/>
              </a:ext>
            </a:extLst>
          </p:cNvPr>
          <p:cNvSpPr>
            <a:spLocks/>
          </p:cNvSpPr>
          <p:nvPr/>
        </p:nvSpPr>
        <p:spPr>
          <a:xfrm>
            <a:off x="1437766" y="324827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BB5D9E-DDBE-6F81-E525-0EFF21AD8B6F}"/>
              </a:ext>
            </a:extLst>
          </p:cNvPr>
          <p:cNvSpPr>
            <a:spLocks/>
          </p:cNvSpPr>
          <p:nvPr/>
        </p:nvSpPr>
        <p:spPr>
          <a:xfrm>
            <a:off x="1048102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5CA8D5-8EDF-2A91-445C-0A7A3F21E076}"/>
              </a:ext>
            </a:extLst>
          </p:cNvPr>
          <p:cNvSpPr>
            <a:spLocks/>
          </p:cNvSpPr>
          <p:nvPr/>
        </p:nvSpPr>
        <p:spPr>
          <a:xfrm>
            <a:off x="1000297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6CD57E-9CCA-1B57-00CB-B4A590E17928}"/>
              </a:ext>
            </a:extLst>
          </p:cNvPr>
          <p:cNvSpPr txBox="1">
            <a:spLocks/>
          </p:cNvSpPr>
          <p:nvPr/>
        </p:nvSpPr>
        <p:spPr>
          <a:xfrm>
            <a:off x="1101600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906F22B-4EB2-081D-F030-7F1A0A6E9EE4}"/>
              </a:ext>
            </a:extLst>
          </p:cNvPr>
          <p:cNvGraphicFramePr>
            <a:graphicFrameLocks/>
          </p:cNvGraphicFramePr>
          <p:nvPr/>
        </p:nvGraphicFramePr>
        <p:xfrm>
          <a:off x="1111432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A345CB76-4BCD-ECED-40D8-2EB34EA3F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420" y="6114946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B96C8E2F-7F21-8946-D3BF-66E49959F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133" y="6088029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9EC3633-0776-92B1-FAF1-E9407892B242}"/>
              </a:ext>
            </a:extLst>
          </p:cNvPr>
          <p:cNvSpPr>
            <a:spLocks/>
          </p:cNvSpPr>
          <p:nvPr/>
        </p:nvSpPr>
        <p:spPr>
          <a:xfrm>
            <a:off x="3119806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DCB80F-DAF3-7351-532B-4AF5E87C1690}"/>
              </a:ext>
            </a:extLst>
          </p:cNvPr>
          <p:cNvSpPr>
            <a:spLocks/>
          </p:cNvSpPr>
          <p:nvPr/>
        </p:nvSpPr>
        <p:spPr>
          <a:xfrm>
            <a:off x="3469823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A89384-6AF8-0817-D8F5-270E639083DD}"/>
              </a:ext>
            </a:extLst>
          </p:cNvPr>
          <p:cNvSpPr>
            <a:spLocks/>
          </p:cNvSpPr>
          <p:nvPr/>
        </p:nvSpPr>
        <p:spPr>
          <a:xfrm>
            <a:off x="3533125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7E7F87-B64F-DD72-BB65-506944A08E34}"/>
              </a:ext>
            </a:extLst>
          </p:cNvPr>
          <p:cNvSpPr>
            <a:spLocks/>
          </p:cNvSpPr>
          <p:nvPr/>
        </p:nvSpPr>
        <p:spPr>
          <a:xfrm>
            <a:off x="3414869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7FE41D-B000-6B50-B15C-24A29C9AA96C}"/>
              </a:ext>
            </a:extLst>
          </p:cNvPr>
          <p:cNvSpPr>
            <a:spLocks/>
          </p:cNvSpPr>
          <p:nvPr/>
        </p:nvSpPr>
        <p:spPr>
          <a:xfrm>
            <a:off x="1048102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A2F3BD-FD98-9922-4C6D-59AADF1AF783}"/>
              </a:ext>
            </a:extLst>
          </p:cNvPr>
          <p:cNvSpPr>
            <a:spLocks/>
          </p:cNvSpPr>
          <p:nvPr/>
        </p:nvSpPr>
        <p:spPr>
          <a:xfrm>
            <a:off x="1437766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2A2F75-A355-15A0-F323-33D8347576A2}"/>
              </a:ext>
            </a:extLst>
          </p:cNvPr>
          <p:cNvSpPr>
            <a:spLocks/>
          </p:cNvSpPr>
          <p:nvPr/>
        </p:nvSpPr>
        <p:spPr>
          <a:xfrm>
            <a:off x="1437766" y="2776792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DC893815-9B0A-0159-0F53-7630DEA05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124" y="2384383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D0C96EF-458D-586D-6F47-68CFD9D90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8" y="1950305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1D1BA2A-C74F-6CE7-CDB2-A668CC0BA4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124" y="2854450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93095583-AC16-A9C8-A10F-460164AA8F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6309" y="332137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48B7D349-01A3-52A3-2BAE-7052716545B6}"/>
              </a:ext>
            </a:extLst>
          </p:cNvPr>
          <p:cNvSpPr>
            <a:spLocks/>
          </p:cNvSpPr>
          <p:nvPr/>
        </p:nvSpPr>
        <p:spPr>
          <a:xfrm>
            <a:off x="1437766" y="421410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6EA229F-7C2E-336F-3222-A4890BABCB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1213" y="428399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CDBC374-18DF-7544-07A5-D83D5CFB797A}"/>
              </a:ext>
            </a:extLst>
          </p:cNvPr>
          <p:cNvSpPr>
            <a:spLocks/>
          </p:cNvSpPr>
          <p:nvPr/>
        </p:nvSpPr>
        <p:spPr>
          <a:xfrm>
            <a:off x="1437766" y="37330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FD471645-0962-712F-B1B5-4299D74631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483326" y="382503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141D022-D4EC-8A30-ACD8-39FF9A79CD15}"/>
              </a:ext>
            </a:extLst>
          </p:cNvPr>
          <p:cNvGraphicFramePr>
            <a:graphicFrameLocks/>
          </p:cNvGraphicFramePr>
          <p:nvPr/>
        </p:nvGraphicFramePr>
        <p:xfrm>
          <a:off x="1048102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A7A0490-02FA-3734-E9A9-FE0F619A935D}"/>
              </a:ext>
            </a:extLst>
          </p:cNvPr>
          <p:cNvSpPr>
            <a:spLocks/>
          </p:cNvSpPr>
          <p:nvPr/>
        </p:nvSpPr>
        <p:spPr>
          <a:xfrm>
            <a:off x="1162232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5A78741-F8E9-A67E-393D-8A197DC8AE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106" y="928314"/>
            <a:ext cx="531887" cy="338256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55190559-AA7F-FCDC-A16E-63BB2B0E46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439" y="889728"/>
            <a:ext cx="531887" cy="338256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9C20E69-7D3C-245C-6988-B9C8F65717A5}"/>
              </a:ext>
            </a:extLst>
          </p:cNvPr>
          <p:cNvCxnSpPr>
            <a:cxnSpLocks/>
          </p:cNvCxnSpPr>
          <p:nvPr/>
        </p:nvCxnSpPr>
        <p:spPr>
          <a:xfrm>
            <a:off x="5886102" y="1783192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2BA887-8728-02B4-4F3D-99A7981263BC}"/>
              </a:ext>
            </a:extLst>
          </p:cNvPr>
          <p:cNvCxnSpPr>
            <a:cxnSpLocks/>
          </p:cNvCxnSpPr>
          <p:nvPr/>
        </p:nvCxnSpPr>
        <p:spPr>
          <a:xfrm>
            <a:off x="2264445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C6BA4EB-64FF-EC8C-AB32-12299F82F146}"/>
              </a:ext>
            </a:extLst>
          </p:cNvPr>
          <p:cNvCxnSpPr>
            <a:cxnSpLocks/>
          </p:cNvCxnSpPr>
          <p:nvPr/>
        </p:nvCxnSpPr>
        <p:spPr>
          <a:xfrm>
            <a:off x="2241928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3141CCA-86BE-6D07-BF0A-8DCCA9FE0000}"/>
              </a:ext>
            </a:extLst>
          </p:cNvPr>
          <p:cNvCxnSpPr>
            <a:cxnSpLocks/>
          </p:cNvCxnSpPr>
          <p:nvPr/>
        </p:nvCxnSpPr>
        <p:spPr>
          <a:xfrm>
            <a:off x="5947445" y="45817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1832E41C-AD26-80D2-50B6-54A164892477}"/>
              </a:ext>
            </a:extLst>
          </p:cNvPr>
          <p:cNvSpPr>
            <a:spLocks/>
          </p:cNvSpPr>
          <p:nvPr/>
        </p:nvSpPr>
        <p:spPr>
          <a:xfrm>
            <a:off x="3926377" y="2714791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2D61E7C0-A304-BB3F-BD6C-EE33EA47BD8E}"/>
              </a:ext>
            </a:extLst>
          </p:cNvPr>
          <p:cNvSpPr>
            <a:spLocks/>
          </p:cNvSpPr>
          <p:nvPr/>
        </p:nvSpPr>
        <p:spPr>
          <a:xfrm>
            <a:off x="4792272" y="1850001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2B32F76-7C78-5B05-8C7A-8CC79F78F825}"/>
              </a:ext>
            </a:extLst>
          </p:cNvPr>
          <p:cNvSpPr>
            <a:spLocks/>
          </p:cNvSpPr>
          <p:nvPr/>
        </p:nvSpPr>
        <p:spPr>
          <a:xfrm>
            <a:off x="6065013" y="1856442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EE873C2-EE59-71D2-574E-585BBCCB56FC}"/>
              </a:ext>
            </a:extLst>
          </p:cNvPr>
          <p:cNvSpPr>
            <a:spLocks/>
          </p:cNvSpPr>
          <p:nvPr/>
        </p:nvSpPr>
        <p:spPr>
          <a:xfrm>
            <a:off x="4794716" y="2154183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E9D4BA04-D9E6-3459-9C03-3D5D6CEB7C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9987993"/>
              </p:ext>
            </p:extLst>
          </p:nvPr>
        </p:nvGraphicFramePr>
        <p:xfrm>
          <a:off x="4837471" y="2482628"/>
          <a:ext cx="23598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SQL Server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MongoDB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BA3C069-DDBC-6139-0E69-0A5E6E00DF45}"/>
              </a:ext>
            </a:extLst>
          </p:cNvPr>
          <p:cNvSpPr>
            <a:spLocks/>
          </p:cNvSpPr>
          <p:nvPr/>
        </p:nvSpPr>
        <p:spPr>
          <a:xfrm>
            <a:off x="5073774" y="3321378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09118E5-A0A5-7267-B64E-D5C9C4CECED7}"/>
              </a:ext>
            </a:extLst>
          </p:cNvPr>
          <p:cNvSpPr>
            <a:spLocks/>
          </p:cNvSpPr>
          <p:nvPr/>
        </p:nvSpPr>
        <p:spPr>
          <a:xfrm>
            <a:off x="6369365" y="3335801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60DB3A13-29CF-5FE5-964D-3FF8771F4526}"/>
              </a:ext>
            </a:extLst>
          </p:cNvPr>
          <p:cNvSpPr>
            <a:spLocks/>
          </p:cNvSpPr>
          <p:nvPr/>
        </p:nvSpPr>
        <p:spPr>
          <a:xfrm>
            <a:off x="5129845" y="4336146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0B88A2-7D27-D0B2-E0CE-2142B99A0AF1}"/>
              </a:ext>
            </a:extLst>
          </p:cNvPr>
          <p:cNvSpPr>
            <a:spLocks/>
          </p:cNvSpPr>
          <p:nvPr/>
        </p:nvSpPr>
        <p:spPr>
          <a:xfrm>
            <a:off x="8257426" y="46095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5693D-D474-3655-E6CC-CC7D475E78EF}"/>
              </a:ext>
            </a:extLst>
          </p:cNvPr>
          <p:cNvSpPr>
            <a:spLocks/>
          </p:cNvSpPr>
          <p:nvPr/>
        </p:nvSpPr>
        <p:spPr>
          <a:xfrm>
            <a:off x="8295253" y="123983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A0DCD9-A85C-F57F-9104-7A4B43F81442}"/>
              </a:ext>
            </a:extLst>
          </p:cNvPr>
          <p:cNvSpPr>
            <a:spLocks/>
          </p:cNvSpPr>
          <p:nvPr/>
        </p:nvSpPr>
        <p:spPr>
          <a:xfrm>
            <a:off x="10366957" y="51457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48460C7-9CC4-75ED-52DE-178A28A2CCE6}"/>
              </a:ext>
            </a:extLst>
          </p:cNvPr>
          <p:cNvGraphicFramePr>
            <a:graphicFrameLocks/>
          </p:cNvGraphicFramePr>
          <p:nvPr/>
        </p:nvGraphicFramePr>
        <p:xfrm>
          <a:off x="8283951" y="60335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D01B9B1-A2B7-960A-5127-DAF82B1A778F}"/>
              </a:ext>
            </a:extLst>
          </p:cNvPr>
          <p:cNvSpPr>
            <a:spLocks/>
          </p:cNvSpPr>
          <p:nvPr/>
        </p:nvSpPr>
        <p:spPr>
          <a:xfrm>
            <a:off x="8398081" y="630594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1885F6-8387-DDCD-4DEF-F110B81B2073}"/>
              </a:ext>
            </a:extLst>
          </p:cNvPr>
          <p:cNvSpPr>
            <a:spLocks/>
          </p:cNvSpPr>
          <p:nvPr/>
        </p:nvSpPr>
        <p:spPr>
          <a:xfrm>
            <a:off x="10716974" y="51457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44EB2A-23A0-7688-94F5-6D710D4019AD}"/>
              </a:ext>
            </a:extLst>
          </p:cNvPr>
          <p:cNvSpPr>
            <a:spLocks/>
          </p:cNvSpPr>
          <p:nvPr/>
        </p:nvSpPr>
        <p:spPr>
          <a:xfrm>
            <a:off x="10780276" y="51457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C0A5CD-99D2-8815-0ACD-D39F32B9B1A1}"/>
              </a:ext>
            </a:extLst>
          </p:cNvPr>
          <p:cNvSpPr>
            <a:spLocks/>
          </p:cNvSpPr>
          <p:nvPr/>
        </p:nvSpPr>
        <p:spPr>
          <a:xfrm>
            <a:off x="10662020" y="51457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5CB3D9-B77D-EC1E-35C2-67F5BDEB0650}"/>
              </a:ext>
            </a:extLst>
          </p:cNvPr>
          <p:cNvSpPr>
            <a:spLocks/>
          </p:cNvSpPr>
          <p:nvPr/>
        </p:nvSpPr>
        <p:spPr>
          <a:xfrm>
            <a:off x="8295253" y="146892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3B6ACE8-20CC-568F-10F5-8A217D1CD7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248" y="881476"/>
            <a:ext cx="531887" cy="338256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5157F2A-A1D7-75F3-F28E-C9B28229F43F}"/>
              </a:ext>
            </a:extLst>
          </p:cNvPr>
          <p:cNvCxnSpPr>
            <a:cxnSpLocks/>
          </p:cNvCxnSpPr>
          <p:nvPr/>
        </p:nvCxnSpPr>
        <p:spPr>
          <a:xfrm>
            <a:off x="9491911" y="177494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2CE2DAC-2813-A029-8611-F6AF6E760575}"/>
              </a:ext>
            </a:extLst>
          </p:cNvPr>
          <p:cNvCxnSpPr>
            <a:cxnSpLocks/>
          </p:cNvCxnSpPr>
          <p:nvPr/>
        </p:nvCxnSpPr>
        <p:spPr>
          <a:xfrm>
            <a:off x="9491911" y="466049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59748F5B-8962-C38A-5AA5-0D4508EB7A48}"/>
              </a:ext>
            </a:extLst>
          </p:cNvPr>
          <p:cNvSpPr>
            <a:spLocks/>
          </p:cNvSpPr>
          <p:nvPr/>
        </p:nvSpPr>
        <p:spPr>
          <a:xfrm>
            <a:off x="7532186" y="2706539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D4E91CB-583F-9214-8CCC-52B9BE7F205A}"/>
              </a:ext>
            </a:extLst>
          </p:cNvPr>
          <p:cNvSpPr>
            <a:spLocks/>
          </p:cNvSpPr>
          <p:nvPr/>
        </p:nvSpPr>
        <p:spPr>
          <a:xfrm>
            <a:off x="8398081" y="1841749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5940ED9-A88B-21EB-10A6-9000C2DB987C}"/>
              </a:ext>
            </a:extLst>
          </p:cNvPr>
          <p:cNvSpPr>
            <a:spLocks/>
          </p:cNvSpPr>
          <p:nvPr/>
        </p:nvSpPr>
        <p:spPr>
          <a:xfrm>
            <a:off x="9670822" y="1848190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4CBBD0F-B9EA-29E8-F831-EEC4449315C7}"/>
              </a:ext>
            </a:extLst>
          </p:cNvPr>
          <p:cNvSpPr>
            <a:spLocks/>
          </p:cNvSpPr>
          <p:nvPr/>
        </p:nvSpPr>
        <p:spPr>
          <a:xfrm>
            <a:off x="8400525" y="2145931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5CD7E4C3-BA35-58B8-20F8-6428EF709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147267"/>
              </p:ext>
            </p:extLst>
          </p:nvPr>
        </p:nvGraphicFramePr>
        <p:xfrm>
          <a:off x="8398081" y="2474377"/>
          <a:ext cx="2427914" cy="102584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90706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3720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25844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SQL Server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 sỏ dũ liệu:SQL Server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1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  <a:p>
                      <a:pPr algn="l"/>
                      <a:endParaRPr lang="en-US" sz="8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 tại: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0.6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</a:tbl>
          </a:graphicData>
        </a:graphic>
      </p:graphicFrame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61A7AB5-6B58-B499-286B-363F9D6E3AFC}"/>
              </a:ext>
            </a:extLst>
          </p:cNvPr>
          <p:cNvSpPr>
            <a:spLocks/>
          </p:cNvSpPr>
          <p:nvPr/>
        </p:nvSpPr>
        <p:spPr>
          <a:xfrm>
            <a:off x="8679583" y="3313126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1164CA7-9E00-0826-71C4-1672D56A8D0B}"/>
              </a:ext>
            </a:extLst>
          </p:cNvPr>
          <p:cNvSpPr txBox="1"/>
          <p:nvPr/>
        </p:nvSpPr>
        <p:spPr>
          <a:xfrm>
            <a:off x="8679583" y="3679816"/>
            <a:ext cx="1986338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u="sng"/>
              <a:t>http://userId-sql-server-1.example.com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C81D571-32AE-4EDC-8196-DFADFF1DB381}"/>
              </a:ext>
            </a:extLst>
          </p:cNvPr>
          <p:cNvSpPr txBox="1"/>
          <p:nvPr/>
        </p:nvSpPr>
        <p:spPr>
          <a:xfrm>
            <a:off x="8999220" y="4050310"/>
            <a:ext cx="1803915" cy="2154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userId-sql-server-1</a:t>
            </a:r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FFB01E39-F060-9B10-6BAD-A43D7B0067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10" y="2750858"/>
            <a:ext cx="542611" cy="438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C2B29-126E-0C2F-4C40-D2FD6AE17F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62" y="2772429"/>
            <a:ext cx="461935" cy="461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82B42-4B35-3F81-828D-83F2E91985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88" y="3733079"/>
            <a:ext cx="534260" cy="532123"/>
          </a:xfrm>
          <a:prstGeom prst="rect">
            <a:avLst/>
          </a:prstGeom>
        </p:spPr>
      </p:pic>
      <p:pic>
        <p:nvPicPr>
          <p:cNvPr id="12" name="Picture 11" descr="A logo of a company&#10;&#10;AI-generated content may be incorrect.">
            <a:extLst>
              <a:ext uri="{FF2B5EF4-FFF2-40B4-BE49-F238E27FC236}">
                <a16:creationId xmlns:a16="http://schemas.microsoft.com/office/drawing/2014/main" id="{7339254B-5B50-8834-76F5-F04DBA775E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875" y="2761476"/>
            <a:ext cx="542611" cy="438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F021D0-3487-6197-65AF-D1C24BBFED32}"/>
              </a:ext>
            </a:extLst>
          </p:cNvPr>
          <p:cNvSpPr txBox="1"/>
          <p:nvPr/>
        </p:nvSpPr>
        <p:spPr>
          <a:xfrm>
            <a:off x="8292814" y="3531069"/>
            <a:ext cx="105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Ứng dụng của bạn: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AB1390-2905-E4A1-3232-A9B9B1885489}"/>
              </a:ext>
            </a:extLst>
          </p:cNvPr>
          <p:cNvSpPr txBox="1"/>
          <p:nvPr/>
        </p:nvSpPr>
        <p:spPr>
          <a:xfrm>
            <a:off x="9006840" y="4319012"/>
            <a:ext cx="1796295" cy="2154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qdwcwfgfegerrf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0AB1A-FD38-F595-4593-501062446D60}"/>
              </a:ext>
            </a:extLst>
          </p:cNvPr>
          <p:cNvSpPr txBox="1"/>
          <p:nvPr/>
        </p:nvSpPr>
        <p:spPr>
          <a:xfrm>
            <a:off x="8398081" y="4050311"/>
            <a:ext cx="502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User: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73FAF-5AA4-9E8C-47AC-1BB1E5BA24F5}"/>
              </a:ext>
            </a:extLst>
          </p:cNvPr>
          <p:cNvSpPr txBox="1"/>
          <p:nvPr/>
        </p:nvSpPr>
        <p:spPr>
          <a:xfrm>
            <a:off x="8398081" y="4336385"/>
            <a:ext cx="7065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Password: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D57688-1145-4B33-ECF8-5BDC7D488710}"/>
              </a:ext>
            </a:extLst>
          </p:cNvPr>
          <p:cNvSpPr>
            <a:spLocks/>
          </p:cNvSpPr>
          <p:nvPr/>
        </p:nvSpPr>
        <p:spPr>
          <a:xfrm>
            <a:off x="8257426" y="4596876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A4F26-EA00-936D-7F69-940D7E9517D5}"/>
              </a:ext>
            </a:extLst>
          </p:cNvPr>
          <p:cNvSpPr txBox="1">
            <a:spLocks/>
          </p:cNvSpPr>
          <p:nvPr/>
        </p:nvSpPr>
        <p:spPr>
          <a:xfrm>
            <a:off x="8358729" y="4674744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9E7D3B3-1722-9CBE-265F-4B07B7CC41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748231"/>
              </p:ext>
            </p:extLst>
          </p:nvPr>
        </p:nvGraphicFramePr>
        <p:xfrm>
          <a:off x="8341389" y="5995769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21" name="Picture 2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F75E996C-152C-AA66-C75C-9C7ECA072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549" y="6051331"/>
            <a:ext cx="113057" cy="113057"/>
          </a:xfrm>
          <a:prstGeom prst="rect">
            <a:avLst/>
          </a:prstGeom>
        </p:spPr>
      </p:pic>
      <p:pic>
        <p:nvPicPr>
          <p:cNvPr id="22" name="Picture 21" descr="A blue and white logo&#10;&#10;AI-generated content may be incorrect.">
            <a:extLst>
              <a:ext uri="{FF2B5EF4-FFF2-40B4-BE49-F238E27FC236}">
                <a16:creationId xmlns:a16="http://schemas.microsoft.com/office/drawing/2014/main" id="{80978DCF-F4E5-F4A4-A356-919E45929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262" y="6024414"/>
            <a:ext cx="324459" cy="162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479C4E-91AB-55B3-CF0B-F701295C626D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399989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600F-1DFB-AB33-526E-0D9E9266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A83E4F71-45E5-71B1-78FA-BE818CF6BF54}"/>
              </a:ext>
            </a:extLst>
          </p:cNvPr>
          <p:cNvSpPr>
            <a:spLocks/>
          </p:cNvSpPr>
          <p:nvPr/>
        </p:nvSpPr>
        <p:spPr>
          <a:xfrm>
            <a:off x="4651472" y="461824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61EE44A-BE12-69F1-4E1A-370BC106CE3B}"/>
              </a:ext>
            </a:extLst>
          </p:cNvPr>
          <p:cNvSpPr>
            <a:spLocks/>
          </p:cNvSpPr>
          <p:nvPr/>
        </p:nvSpPr>
        <p:spPr>
          <a:xfrm>
            <a:off x="4689444" y="1248087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26818E5-8881-D3AA-4B68-245A83BEC464}"/>
              </a:ext>
            </a:extLst>
          </p:cNvPr>
          <p:cNvSpPr>
            <a:spLocks/>
          </p:cNvSpPr>
          <p:nvPr/>
        </p:nvSpPr>
        <p:spPr>
          <a:xfrm>
            <a:off x="4641639" y="4639915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2D1EF1-D7F0-1453-9118-C30DFE141342}"/>
              </a:ext>
            </a:extLst>
          </p:cNvPr>
          <p:cNvSpPr txBox="1">
            <a:spLocks/>
          </p:cNvSpPr>
          <p:nvPr/>
        </p:nvSpPr>
        <p:spPr>
          <a:xfrm>
            <a:off x="4742942" y="4717783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0B857854-3B85-72FE-48DE-D52F4E3D77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880764"/>
              </p:ext>
            </p:extLst>
          </p:nvPr>
        </p:nvGraphicFramePr>
        <p:xfrm>
          <a:off x="4725602" y="6038808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9409124E-1B6D-E366-D4E1-0F5AA1DA0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62" y="6094370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687FD161-2D36-1E3A-77EF-94BF959CE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475" y="6067453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B8CFE-A76D-226C-8492-F81A71056800}"/>
              </a:ext>
            </a:extLst>
          </p:cNvPr>
          <p:cNvSpPr>
            <a:spLocks/>
          </p:cNvSpPr>
          <p:nvPr/>
        </p:nvSpPr>
        <p:spPr>
          <a:xfrm>
            <a:off x="6761148" y="522822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F33D145A-5B03-EA0C-E153-93D46BA2D981}"/>
              </a:ext>
            </a:extLst>
          </p:cNvPr>
          <p:cNvGraphicFramePr>
            <a:graphicFrameLocks/>
          </p:cNvGraphicFramePr>
          <p:nvPr/>
        </p:nvGraphicFramePr>
        <p:xfrm>
          <a:off x="4678142" y="611608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040B93F-143D-E00A-9EE2-05B28D48FFD7}"/>
              </a:ext>
            </a:extLst>
          </p:cNvPr>
          <p:cNvSpPr>
            <a:spLocks/>
          </p:cNvSpPr>
          <p:nvPr/>
        </p:nvSpPr>
        <p:spPr>
          <a:xfrm>
            <a:off x="4792272" y="638846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3F641C6-5BC3-DB66-7AB8-9D416295C927}"/>
              </a:ext>
            </a:extLst>
          </p:cNvPr>
          <p:cNvSpPr>
            <a:spLocks/>
          </p:cNvSpPr>
          <p:nvPr/>
        </p:nvSpPr>
        <p:spPr>
          <a:xfrm>
            <a:off x="7111165" y="522822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D6DE60-7559-2B2C-2CE2-7C6AE3C520DA}"/>
              </a:ext>
            </a:extLst>
          </p:cNvPr>
          <p:cNvSpPr>
            <a:spLocks/>
          </p:cNvSpPr>
          <p:nvPr/>
        </p:nvSpPr>
        <p:spPr>
          <a:xfrm>
            <a:off x="7174467" y="522822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F96211B-D097-83F4-A760-BDADEAE04C18}"/>
              </a:ext>
            </a:extLst>
          </p:cNvPr>
          <p:cNvSpPr>
            <a:spLocks/>
          </p:cNvSpPr>
          <p:nvPr/>
        </p:nvSpPr>
        <p:spPr>
          <a:xfrm>
            <a:off x="7056211" y="522822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2DD4632-E1EF-6B9B-FAD2-BE94FB6CD269}"/>
              </a:ext>
            </a:extLst>
          </p:cNvPr>
          <p:cNvSpPr>
            <a:spLocks/>
          </p:cNvSpPr>
          <p:nvPr/>
        </p:nvSpPr>
        <p:spPr>
          <a:xfrm>
            <a:off x="4689444" y="1477178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6E1FC9-84F6-111E-23C7-72FE49795075}"/>
              </a:ext>
            </a:extLst>
          </p:cNvPr>
          <p:cNvSpPr>
            <a:spLocks/>
          </p:cNvSpPr>
          <p:nvPr/>
        </p:nvSpPr>
        <p:spPr>
          <a:xfrm>
            <a:off x="1010130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3B9924-68B2-33B2-61C7-CDCFBCDA2A33}"/>
              </a:ext>
            </a:extLst>
          </p:cNvPr>
          <p:cNvSpPr>
            <a:spLocks/>
          </p:cNvSpPr>
          <p:nvPr/>
        </p:nvSpPr>
        <p:spPr>
          <a:xfrm>
            <a:off x="1437766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2619F0-9F7E-B8EF-406C-BA814BA7AB6E}"/>
              </a:ext>
            </a:extLst>
          </p:cNvPr>
          <p:cNvSpPr>
            <a:spLocks/>
          </p:cNvSpPr>
          <p:nvPr/>
        </p:nvSpPr>
        <p:spPr>
          <a:xfrm>
            <a:off x="1437766" y="324827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F5E9ED-8C1F-6CBF-D793-5D92CB48FCBD}"/>
              </a:ext>
            </a:extLst>
          </p:cNvPr>
          <p:cNvSpPr>
            <a:spLocks/>
          </p:cNvSpPr>
          <p:nvPr/>
        </p:nvSpPr>
        <p:spPr>
          <a:xfrm>
            <a:off x="1048102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E6CEC1-5CAC-8734-DB4C-AD45EDC66674}"/>
              </a:ext>
            </a:extLst>
          </p:cNvPr>
          <p:cNvSpPr>
            <a:spLocks/>
          </p:cNvSpPr>
          <p:nvPr/>
        </p:nvSpPr>
        <p:spPr>
          <a:xfrm>
            <a:off x="1000297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AACF45-543C-CFDD-AD3D-C32D1F97BD2C}"/>
              </a:ext>
            </a:extLst>
          </p:cNvPr>
          <p:cNvSpPr txBox="1">
            <a:spLocks/>
          </p:cNvSpPr>
          <p:nvPr/>
        </p:nvSpPr>
        <p:spPr>
          <a:xfrm>
            <a:off x="1101600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913223F-0BEA-B4E7-F90D-6875571B9049}"/>
              </a:ext>
            </a:extLst>
          </p:cNvPr>
          <p:cNvGraphicFramePr>
            <a:graphicFrameLocks/>
          </p:cNvGraphicFramePr>
          <p:nvPr/>
        </p:nvGraphicFramePr>
        <p:xfrm>
          <a:off x="1111432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E002FA00-BDB7-AF98-B063-E3EB99F92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420" y="6114946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3353D340-55D4-E5F1-A3F3-DED6E52C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133" y="6088029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91509DBF-91D4-0465-A4B0-874E84B6C856}"/>
              </a:ext>
            </a:extLst>
          </p:cNvPr>
          <p:cNvSpPr>
            <a:spLocks/>
          </p:cNvSpPr>
          <p:nvPr/>
        </p:nvSpPr>
        <p:spPr>
          <a:xfrm>
            <a:off x="3119806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72D71C-F0F7-4624-743F-F334D1682678}"/>
              </a:ext>
            </a:extLst>
          </p:cNvPr>
          <p:cNvSpPr>
            <a:spLocks/>
          </p:cNvSpPr>
          <p:nvPr/>
        </p:nvSpPr>
        <p:spPr>
          <a:xfrm>
            <a:off x="3469823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CFEF94-CB24-B886-7BD9-3D0E692266A4}"/>
              </a:ext>
            </a:extLst>
          </p:cNvPr>
          <p:cNvSpPr>
            <a:spLocks/>
          </p:cNvSpPr>
          <p:nvPr/>
        </p:nvSpPr>
        <p:spPr>
          <a:xfrm>
            <a:off x="3533125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70EA95-252D-0141-592A-E3F7B000B626}"/>
              </a:ext>
            </a:extLst>
          </p:cNvPr>
          <p:cNvSpPr>
            <a:spLocks/>
          </p:cNvSpPr>
          <p:nvPr/>
        </p:nvSpPr>
        <p:spPr>
          <a:xfrm>
            <a:off x="3414869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CAB680A-D428-1F56-447C-3E7951458899}"/>
              </a:ext>
            </a:extLst>
          </p:cNvPr>
          <p:cNvSpPr>
            <a:spLocks/>
          </p:cNvSpPr>
          <p:nvPr/>
        </p:nvSpPr>
        <p:spPr>
          <a:xfrm>
            <a:off x="1048102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12E31B8-BFF7-9C7B-0E11-33879CD33522}"/>
              </a:ext>
            </a:extLst>
          </p:cNvPr>
          <p:cNvSpPr>
            <a:spLocks/>
          </p:cNvSpPr>
          <p:nvPr/>
        </p:nvSpPr>
        <p:spPr>
          <a:xfrm>
            <a:off x="1437766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3265F69-AFF9-D9CE-4142-D711FC58E7F1}"/>
              </a:ext>
            </a:extLst>
          </p:cNvPr>
          <p:cNvSpPr>
            <a:spLocks/>
          </p:cNvSpPr>
          <p:nvPr/>
        </p:nvSpPr>
        <p:spPr>
          <a:xfrm>
            <a:off x="1437766" y="2776792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0FB44FF-07C3-8FDD-E307-E748CA089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124" y="2384383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A28844F-3B51-544F-DB6E-3300333C1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8" y="1950305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7E7A494-7164-E565-536D-E5C2E195BB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124" y="2854450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B8A4FB0-7F13-0309-9B17-6B747B3AA4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6309" y="332137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85D78880-DFC3-2649-02F9-7BF27C8881E8}"/>
              </a:ext>
            </a:extLst>
          </p:cNvPr>
          <p:cNvSpPr>
            <a:spLocks/>
          </p:cNvSpPr>
          <p:nvPr/>
        </p:nvSpPr>
        <p:spPr>
          <a:xfrm>
            <a:off x="1437766" y="421410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70D4D6DB-21AA-D43F-46CA-0A4F0BF077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1213" y="428399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F0BCD893-A999-E22A-C0FB-F3E7A1C794C1}"/>
              </a:ext>
            </a:extLst>
          </p:cNvPr>
          <p:cNvSpPr>
            <a:spLocks/>
          </p:cNvSpPr>
          <p:nvPr/>
        </p:nvSpPr>
        <p:spPr>
          <a:xfrm>
            <a:off x="1437766" y="37330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0D55DC5-A367-C3E3-6668-B1FFBABD43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483326" y="382503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0711411-8E69-4246-E869-8DD21E86FA8C}"/>
              </a:ext>
            </a:extLst>
          </p:cNvPr>
          <p:cNvGraphicFramePr>
            <a:graphicFrameLocks/>
          </p:cNvGraphicFramePr>
          <p:nvPr/>
        </p:nvGraphicFramePr>
        <p:xfrm>
          <a:off x="1048102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323FAB8-2AD7-05A4-9160-B68703FB4E2E}"/>
              </a:ext>
            </a:extLst>
          </p:cNvPr>
          <p:cNvSpPr>
            <a:spLocks/>
          </p:cNvSpPr>
          <p:nvPr/>
        </p:nvSpPr>
        <p:spPr>
          <a:xfrm>
            <a:off x="1162232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87E53BD-CEF0-A3CC-A888-D602B0293F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106" y="928314"/>
            <a:ext cx="531887" cy="338256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F8FC5372-73A1-B382-F693-E1E737DF64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439" y="889728"/>
            <a:ext cx="531887" cy="338256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0C6C328-1996-DC75-518E-FD219D31B7BF}"/>
              </a:ext>
            </a:extLst>
          </p:cNvPr>
          <p:cNvCxnSpPr>
            <a:cxnSpLocks/>
          </p:cNvCxnSpPr>
          <p:nvPr/>
        </p:nvCxnSpPr>
        <p:spPr>
          <a:xfrm>
            <a:off x="5886102" y="1783192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DE5A6DE-216D-98B0-1798-5102EC58CFC6}"/>
              </a:ext>
            </a:extLst>
          </p:cNvPr>
          <p:cNvCxnSpPr>
            <a:cxnSpLocks/>
          </p:cNvCxnSpPr>
          <p:nvPr/>
        </p:nvCxnSpPr>
        <p:spPr>
          <a:xfrm>
            <a:off x="2264445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F1186E7-BFE9-04A2-5C51-FB0377281D41}"/>
              </a:ext>
            </a:extLst>
          </p:cNvPr>
          <p:cNvCxnSpPr>
            <a:cxnSpLocks/>
          </p:cNvCxnSpPr>
          <p:nvPr/>
        </p:nvCxnSpPr>
        <p:spPr>
          <a:xfrm>
            <a:off x="2241928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CC22B35-D398-2924-8031-1EBEA391E410}"/>
              </a:ext>
            </a:extLst>
          </p:cNvPr>
          <p:cNvCxnSpPr>
            <a:cxnSpLocks/>
          </p:cNvCxnSpPr>
          <p:nvPr/>
        </p:nvCxnSpPr>
        <p:spPr>
          <a:xfrm>
            <a:off x="5947445" y="45817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EFB3C5A5-84C3-5337-4BF0-56E7E9426BC4}"/>
              </a:ext>
            </a:extLst>
          </p:cNvPr>
          <p:cNvSpPr>
            <a:spLocks/>
          </p:cNvSpPr>
          <p:nvPr/>
        </p:nvSpPr>
        <p:spPr>
          <a:xfrm>
            <a:off x="3926377" y="2714791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6FCD84E-E342-FE27-EBCD-5207A645EED2}"/>
              </a:ext>
            </a:extLst>
          </p:cNvPr>
          <p:cNvSpPr>
            <a:spLocks/>
          </p:cNvSpPr>
          <p:nvPr/>
        </p:nvSpPr>
        <p:spPr>
          <a:xfrm>
            <a:off x="4792272" y="1850001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3873375-B262-FDB9-1739-A508070EF547}"/>
              </a:ext>
            </a:extLst>
          </p:cNvPr>
          <p:cNvSpPr>
            <a:spLocks/>
          </p:cNvSpPr>
          <p:nvPr/>
        </p:nvSpPr>
        <p:spPr>
          <a:xfrm>
            <a:off x="6065013" y="1856442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A1EE5819-C856-D293-99E6-73AB9C605B05}"/>
              </a:ext>
            </a:extLst>
          </p:cNvPr>
          <p:cNvSpPr>
            <a:spLocks/>
          </p:cNvSpPr>
          <p:nvPr/>
        </p:nvSpPr>
        <p:spPr>
          <a:xfrm>
            <a:off x="4794716" y="2154183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21" name="Table 120">
            <a:extLst>
              <a:ext uri="{FF2B5EF4-FFF2-40B4-BE49-F238E27FC236}">
                <a16:creationId xmlns:a16="http://schemas.microsoft.com/office/drawing/2014/main" id="{9CE614EE-5A90-C320-9257-AE42AA502A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452935"/>
              </p:ext>
            </p:extLst>
          </p:nvPr>
        </p:nvGraphicFramePr>
        <p:xfrm>
          <a:off x="4837471" y="2482628"/>
          <a:ext cx="23598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Minio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5D5A1137-B2B0-02E2-8F8A-878C53F1B2D3}"/>
              </a:ext>
            </a:extLst>
          </p:cNvPr>
          <p:cNvSpPr>
            <a:spLocks/>
          </p:cNvSpPr>
          <p:nvPr/>
        </p:nvSpPr>
        <p:spPr>
          <a:xfrm>
            <a:off x="5073774" y="3321378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568984-FAC5-6615-FD64-DA51BEDB3479}"/>
              </a:ext>
            </a:extLst>
          </p:cNvPr>
          <p:cNvSpPr>
            <a:spLocks/>
          </p:cNvSpPr>
          <p:nvPr/>
        </p:nvSpPr>
        <p:spPr>
          <a:xfrm>
            <a:off x="8257426" y="46095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412D3-0E9C-36C8-0528-E7224FAD9D93}"/>
              </a:ext>
            </a:extLst>
          </p:cNvPr>
          <p:cNvSpPr>
            <a:spLocks/>
          </p:cNvSpPr>
          <p:nvPr/>
        </p:nvSpPr>
        <p:spPr>
          <a:xfrm>
            <a:off x="8295253" y="123983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D75382-EB7D-6FC2-9593-308A0E1A99A3}"/>
              </a:ext>
            </a:extLst>
          </p:cNvPr>
          <p:cNvSpPr>
            <a:spLocks/>
          </p:cNvSpPr>
          <p:nvPr/>
        </p:nvSpPr>
        <p:spPr>
          <a:xfrm>
            <a:off x="10366957" y="51457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51A35EC-6089-BF40-4CB7-581912004901}"/>
              </a:ext>
            </a:extLst>
          </p:cNvPr>
          <p:cNvGraphicFramePr>
            <a:graphicFrameLocks/>
          </p:cNvGraphicFramePr>
          <p:nvPr/>
        </p:nvGraphicFramePr>
        <p:xfrm>
          <a:off x="8283951" y="60335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EFB956F-35D9-E407-AAB3-478E487D23AC}"/>
              </a:ext>
            </a:extLst>
          </p:cNvPr>
          <p:cNvSpPr>
            <a:spLocks/>
          </p:cNvSpPr>
          <p:nvPr/>
        </p:nvSpPr>
        <p:spPr>
          <a:xfrm>
            <a:off x="8398081" y="630594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ABBC9F-A831-5932-8ADB-21AC9DD9C029}"/>
              </a:ext>
            </a:extLst>
          </p:cNvPr>
          <p:cNvSpPr>
            <a:spLocks/>
          </p:cNvSpPr>
          <p:nvPr/>
        </p:nvSpPr>
        <p:spPr>
          <a:xfrm>
            <a:off x="10716974" y="51457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BEA231-A719-18BC-45A2-FA4582604A77}"/>
              </a:ext>
            </a:extLst>
          </p:cNvPr>
          <p:cNvSpPr>
            <a:spLocks/>
          </p:cNvSpPr>
          <p:nvPr/>
        </p:nvSpPr>
        <p:spPr>
          <a:xfrm>
            <a:off x="10780276" y="51457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1FC549-B3AB-14FB-2664-B6D2E61FD36B}"/>
              </a:ext>
            </a:extLst>
          </p:cNvPr>
          <p:cNvSpPr>
            <a:spLocks/>
          </p:cNvSpPr>
          <p:nvPr/>
        </p:nvSpPr>
        <p:spPr>
          <a:xfrm>
            <a:off x="10662020" y="51457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AD2BB4-F406-D355-506D-B6C54FC5A976}"/>
              </a:ext>
            </a:extLst>
          </p:cNvPr>
          <p:cNvSpPr>
            <a:spLocks/>
          </p:cNvSpPr>
          <p:nvPr/>
        </p:nvSpPr>
        <p:spPr>
          <a:xfrm>
            <a:off x="8295253" y="146892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891FC070-D28B-EC20-4A83-BB2EDB6D6C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248" y="881476"/>
            <a:ext cx="531887" cy="338256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BAC623-7CE3-CC9B-770B-6ED73DEE4C2A}"/>
              </a:ext>
            </a:extLst>
          </p:cNvPr>
          <p:cNvCxnSpPr>
            <a:cxnSpLocks/>
          </p:cNvCxnSpPr>
          <p:nvPr/>
        </p:nvCxnSpPr>
        <p:spPr>
          <a:xfrm>
            <a:off x="9491911" y="177494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747720A-0A06-4544-CED1-E540D59BF684}"/>
              </a:ext>
            </a:extLst>
          </p:cNvPr>
          <p:cNvCxnSpPr>
            <a:cxnSpLocks/>
          </p:cNvCxnSpPr>
          <p:nvPr/>
        </p:nvCxnSpPr>
        <p:spPr>
          <a:xfrm>
            <a:off x="9491911" y="468692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5C84AAE8-DFE1-5963-A19A-97D75C72F345}"/>
              </a:ext>
            </a:extLst>
          </p:cNvPr>
          <p:cNvSpPr>
            <a:spLocks/>
          </p:cNvSpPr>
          <p:nvPr/>
        </p:nvSpPr>
        <p:spPr>
          <a:xfrm>
            <a:off x="7532186" y="2706539"/>
            <a:ext cx="511277" cy="356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439D2E6-B488-3827-A40D-405692832F58}"/>
              </a:ext>
            </a:extLst>
          </p:cNvPr>
          <p:cNvSpPr>
            <a:spLocks/>
          </p:cNvSpPr>
          <p:nvPr/>
        </p:nvSpPr>
        <p:spPr>
          <a:xfrm>
            <a:off x="8398081" y="1841749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84BDD35-4D61-E60E-9A54-4308C3ABB565}"/>
              </a:ext>
            </a:extLst>
          </p:cNvPr>
          <p:cNvSpPr>
            <a:spLocks/>
          </p:cNvSpPr>
          <p:nvPr/>
        </p:nvSpPr>
        <p:spPr>
          <a:xfrm>
            <a:off x="9670822" y="1848190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C55FE9D-8E3B-DE82-64DD-DBC637578674}"/>
              </a:ext>
            </a:extLst>
          </p:cNvPr>
          <p:cNvSpPr>
            <a:spLocks/>
          </p:cNvSpPr>
          <p:nvPr/>
        </p:nvSpPr>
        <p:spPr>
          <a:xfrm>
            <a:off x="8400525" y="2145931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AC100A2-F83C-7931-51BF-42D12A2AA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5659859"/>
              </p:ext>
            </p:extLst>
          </p:nvPr>
        </p:nvGraphicFramePr>
        <p:xfrm>
          <a:off x="8398081" y="2474377"/>
          <a:ext cx="2427914" cy="102584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90706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3720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25844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Minio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Môi trường:Minio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1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  <a:p>
                      <a:pPr algn="l"/>
                      <a:endParaRPr lang="en-US" sz="8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 tại: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Ram: 0.6 GB</a:t>
                      </a:r>
                    </a:p>
                    <a:p>
                      <a:pPr algn="l"/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5 GB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</a:tbl>
          </a:graphicData>
        </a:graphic>
      </p:graphicFrame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244ABED-27A7-5BE8-0639-B7A5CE733606}"/>
              </a:ext>
            </a:extLst>
          </p:cNvPr>
          <p:cNvSpPr>
            <a:spLocks/>
          </p:cNvSpPr>
          <p:nvPr/>
        </p:nvSpPr>
        <p:spPr>
          <a:xfrm>
            <a:off x="8679583" y="3313126"/>
            <a:ext cx="592147" cy="1053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bg2">
                    <a:lumMod val="25000"/>
                  </a:schemeClr>
                </a:solidFill>
              </a:rPr>
              <a:t>Miễn phí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E2F62B-3439-F7AC-1CC7-B61A5F30C24B}"/>
              </a:ext>
            </a:extLst>
          </p:cNvPr>
          <p:cNvSpPr>
            <a:spLocks/>
          </p:cNvSpPr>
          <p:nvPr/>
        </p:nvSpPr>
        <p:spPr>
          <a:xfrm>
            <a:off x="8257426" y="4618033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D4854-0A7E-273B-4BBD-298554F66594}"/>
              </a:ext>
            </a:extLst>
          </p:cNvPr>
          <p:cNvSpPr txBox="1">
            <a:spLocks/>
          </p:cNvSpPr>
          <p:nvPr/>
        </p:nvSpPr>
        <p:spPr>
          <a:xfrm>
            <a:off x="8358729" y="4695901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4E7A39-9686-4219-1011-1FBD9ED3E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957682"/>
              </p:ext>
            </p:extLst>
          </p:nvPr>
        </p:nvGraphicFramePr>
        <p:xfrm>
          <a:off x="8341389" y="6016926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8" name="Picture 17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5AAF403B-F9A2-ED3D-4A74-558B03569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549" y="6072488"/>
            <a:ext cx="113057" cy="113057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B5591A59-CC35-ADA9-67B5-13BDB875D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262" y="6045571"/>
            <a:ext cx="324459" cy="162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5B0115-7ACE-F9B3-9C3B-0A3482D13FA8}"/>
              </a:ext>
            </a:extLst>
          </p:cNvPr>
          <p:cNvCxnSpPr>
            <a:cxnSpLocks/>
          </p:cNvCxnSpPr>
          <p:nvPr/>
        </p:nvCxnSpPr>
        <p:spPr>
          <a:xfrm>
            <a:off x="9563232" y="4533445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red and black corner&#10;&#10;AI-generated content may be incorrect.">
            <a:extLst>
              <a:ext uri="{FF2B5EF4-FFF2-40B4-BE49-F238E27FC236}">
                <a16:creationId xmlns:a16="http://schemas.microsoft.com/office/drawing/2014/main" id="{01FEEF0C-EC6E-1DA8-0885-12CD3B6428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755" y="2957506"/>
            <a:ext cx="643555" cy="97029"/>
          </a:xfrm>
          <a:prstGeom prst="rect">
            <a:avLst/>
          </a:prstGeom>
        </p:spPr>
      </p:pic>
      <p:pic>
        <p:nvPicPr>
          <p:cNvPr id="28" name="Picture 27" descr="A red and black corner&#10;&#10;AI-generated content may be incorrect.">
            <a:extLst>
              <a:ext uri="{FF2B5EF4-FFF2-40B4-BE49-F238E27FC236}">
                <a16:creationId xmlns:a16="http://schemas.microsoft.com/office/drawing/2014/main" id="{4BAE75E9-4FA6-54A4-70B9-0A61DA0E7B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583" y="2900342"/>
            <a:ext cx="643555" cy="970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AA44708-0154-25EE-6D97-D75B5BFBDA8B}"/>
              </a:ext>
            </a:extLst>
          </p:cNvPr>
          <p:cNvSpPr txBox="1"/>
          <p:nvPr/>
        </p:nvSpPr>
        <p:spPr>
          <a:xfrm>
            <a:off x="8292814" y="3531069"/>
            <a:ext cx="105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Ứng dụng của bạn: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01A8C6-5D2A-0DF7-5C22-EC20B3985AFF}"/>
              </a:ext>
            </a:extLst>
          </p:cNvPr>
          <p:cNvSpPr txBox="1"/>
          <p:nvPr/>
        </p:nvSpPr>
        <p:spPr>
          <a:xfrm>
            <a:off x="8679583" y="3679816"/>
            <a:ext cx="1986338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u="sng"/>
              <a:t>http://userId-sql-minio-1.example.com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C6FCB1-4C15-5C0E-4586-811590624532}"/>
              </a:ext>
            </a:extLst>
          </p:cNvPr>
          <p:cNvSpPr txBox="1"/>
          <p:nvPr/>
        </p:nvSpPr>
        <p:spPr>
          <a:xfrm>
            <a:off x="8398081" y="4050311"/>
            <a:ext cx="502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User: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6A8E83-ED11-D1A9-6C56-FFC1B2625EE8}"/>
              </a:ext>
            </a:extLst>
          </p:cNvPr>
          <p:cNvSpPr txBox="1"/>
          <p:nvPr/>
        </p:nvSpPr>
        <p:spPr>
          <a:xfrm>
            <a:off x="8398081" y="4336385"/>
            <a:ext cx="7065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Password: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11DEA1-080A-7300-707E-1923A7B035A8}"/>
              </a:ext>
            </a:extLst>
          </p:cNvPr>
          <p:cNvSpPr txBox="1"/>
          <p:nvPr/>
        </p:nvSpPr>
        <p:spPr>
          <a:xfrm>
            <a:off x="8999220" y="4050310"/>
            <a:ext cx="1803915" cy="2154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userId-sql-minio-1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2184F6-16ED-B591-8A51-8431D2349FFA}"/>
              </a:ext>
            </a:extLst>
          </p:cNvPr>
          <p:cNvSpPr txBox="1"/>
          <p:nvPr/>
        </p:nvSpPr>
        <p:spPr>
          <a:xfrm>
            <a:off x="9006840" y="4319012"/>
            <a:ext cx="1796295" cy="2154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qdwcwfgfegerrf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31124C-E856-7C95-C255-63D710D3C0AD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376891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C1E0-4BE4-1472-BB22-B91C50C7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C0D0619-A2A5-300B-4235-4D29E2040717}"/>
              </a:ext>
            </a:extLst>
          </p:cNvPr>
          <p:cNvSpPr>
            <a:spLocks/>
          </p:cNvSpPr>
          <p:nvPr/>
        </p:nvSpPr>
        <p:spPr>
          <a:xfrm>
            <a:off x="3218726" y="490115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26B3D7C-91FC-EAC4-C945-A9FDD0FD3C6A}"/>
              </a:ext>
            </a:extLst>
          </p:cNvPr>
          <p:cNvSpPr>
            <a:spLocks/>
          </p:cNvSpPr>
          <p:nvPr/>
        </p:nvSpPr>
        <p:spPr>
          <a:xfrm>
            <a:off x="3256698" y="1276378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B5F7A0D-C779-3FCA-7DDD-043A0744ACE6}"/>
              </a:ext>
            </a:extLst>
          </p:cNvPr>
          <p:cNvSpPr>
            <a:spLocks/>
          </p:cNvSpPr>
          <p:nvPr/>
        </p:nvSpPr>
        <p:spPr>
          <a:xfrm>
            <a:off x="3208893" y="4668206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E680C6-1741-318E-941C-8635992FBAC3}"/>
              </a:ext>
            </a:extLst>
          </p:cNvPr>
          <p:cNvSpPr txBox="1">
            <a:spLocks/>
          </p:cNvSpPr>
          <p:nvPr/>
        </p:nvSpPr>
        <p:spPr>
          <a:xfrm>
            <a:off x="3310196" y="4746074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257D30C3-6DD9-E234-455E-48282C3F55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65656"/>
              </p:ext>
            </p:extLst>
          </p:nvPr>
        </p:nvGraphicFramePr>
        <p:xfrm>
          <a:off x="3292856" y="6067099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03B3A585-08D5-47A4-2722-BBA9EBE8F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016" y="6122661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D79F2637-9AD4-BD60-E858-102E706E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729" y="6095744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F50D1566-F02D-3C1B-C43E-BCEB9D613562}"/>
              </a:ext>
            </a:extLst>
          </p:cNvPr>
          <p:cNvSpPr>
            <a:spLocks/>
          </p:cNvSpPr>
          <p:nvPr/>
        </p:nvSpPr>
        <p:spPr>
          <a:xfrm>
            <a:off x="5328402" y="551113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45D61351-BF63-6211-2B85-1F0028FF63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0786077"/>
              </p:ext>
            </p:extLst>
          </p:nvPr>
        </p:nvGraphicFramePr>
        <p:xfrm>
          <a:off x="3245396" y="639899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A93D72B-EE17-5C2A-14F8-81D5053319A6}"/>
              </a:ext>
            </a:extLst>
          </p:cNvPr>
          <p:cNvSpPr>
            <a:spLocks/>
          </p:cNvSpPr>
          <p:nvPr/>
        </p:nvSpPr>
        <p:spPr>
          <a:xfrm>
            <a:off x="3359526" y="66713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0D999FB-8D17-A22A-7E12-6FCC97A8954A}"/>
              </a:ext>
            </a:extLst>
          </p:cNvPr>
          <p:cNvSpPr>
            <a:spLocks/>
          </p:cNvSpPr>
          <p:nvPr/>
        </p:nvSpPr>
        <p:spPr>
          <a:xfrm>
            <a:off x="5678419" y="551113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A829AA3-E7FC-29A5-F808-33672EA82F0F}"/>
              </a:ext>
            </a:extLst>
          </p:cNvPr>
          <p:cNvSpPr>
            <a:spLocks/>
          </p:cNvSpPr>
          <p:nvPr/>
        </p:nvSpPr>
        <p:spPr>
          <a:xfrm>
            <a:off x="5741721" y="551113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BAECB52-F2D6-F8F9-B61B-5C8E758E8491}"/>
              </a:ext>
            </a:extLst>
          </p:cNvPr>
          <p:cNvSpPr>
            <a:spLocks/>
          </p:cNvSpPr>
          <p:nvPr/>
        </p:nvSpPr>
        <p:spPr>
          <a:xfrm>
            <a:off x="5623465" y="551113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76A05AF-7151-2E37-44D3-EE2B10C759E4}"/>
              </a:ext>
            </a:extLst>
          </p:cNvPr>
          <p:cNvSpPr>
            <a:spLocks/>
          </p:cNvSpPr>
          <p:nvPr/>
        </p:nvSpPr>
        <p:spPr>
          <a:xfrm>
            <a:off x="3256698" y="1505469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433A9B-69D2-4986-DA47-DE2E9B5FDD0E}"/>
              </a:ext>
            </a:extLst>
          </p:cNvPr>
          <p:cNvSpPr>
            <a:spLocks/>
          </p:cNvSpPr>
          <p:nvPr/>
        </p:nvSpPr>
        <p:spPr>
          <a:xfrm>
            <a:off x="162530" y="479827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0D3C7C-C633-280A-6F2F-46CB8F2DEBA3}"/>
              </a:ext>
            </a:extLst>
          </p:cNvPr>
          <p:cNvSpPr>
            <a:spLocks/>
          </p:cNvSpPr>
          <p:nvPr/>
        </p:nvSpPr>
        <p:spPr>
          <a:xfrm>
            <a:off x="590166" y="2315396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C4D794-0C59-D6A9-1278-CD48869A10A8}"/>
              </a:ext>
            </a:extLst>
          </p:cNvPr>
          <p:cNvSpPr>
            <a:spLocks/>
          </p:cNvSpPr>
          <p:nvPr/>
        </p:nvSpPr>
        <p:spPr>
          <a:xfrm>
            <a:off x="590166" y="3245702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53F9718-D74E-E4B7-F09E-D443E00BB80D}"/>
              </a:ext>
            </a:extLst>
          </p:cNvPr>
          <p:cNvSpPr>
            <a:spLocks/>
          </p:cNvSpPr>
          <p:nvPr/>
        </p:nvSpPr>
        <p:spPr>
          <a:xfrm>
            <a:off x="200502" y="1266090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0216C5-149E-B5C4-D077-6762EEC698A9}"/>
              </a:ext>
            </a:extLst>
          </p:cNvPr>
          <p:cNvSpPr>
            <a:spLocks/>
          </p:cNvSpPr>
          <p:nvPr/>
        </p:nvSpPr>
        <p:spPr>
          <a:xfrm>
            <a:off x="152697" y="4657918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09C68A-0970-5E47-C8E6-124041715B82}"/>
              </a:ext>
            </a:extLst>
          </p:cNvPr>
          <p:cNvSpPr txBox="1">
            <a:spLocks/>
          </p:cNvSpPr>
          <p:nvPr/>
        </p:nvSpPr>
        <p:spPr>
          <a:xfrm>
            <a:off x="254000" y="4735786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585EA40-FEAC-BFB7-8D11-300119E1CE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1786768"/>
              </p:ext>
            </p:extLst>
          </p:nvPr>
        </p:nvGraphicFramePr>
        <p:xfrm>
          <a:off x="263832" y="6058086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2382CD54-C265-54CA-FFDD-BC0654A4D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820" y="6112373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53DE14CC-7583-ECFA-55E5-466445193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33" y="6085456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3787967-595E-00E6-E845-50252BBD42EF}"/>
              </a:ext>
            </a:extLst>
          </p:cNvPr>
          <p:cNvSpPr>
            <a:spLocks/>
          </p:cNvSpPr>
          <p:nvPr/>
        </p:nvSpPr>
        <p:spPr>
          <a:xfrm>
            <a:off x="2272206" y="540825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4A752B-ADB7-27F8-048F-F983C5A34326}"/>
              </a:ext>
            </a:extLst>
          </p:cNvPr>
          <p:cNvSpPr>
            <a:spLocks/>
          </p:cNvSpPr>
          <p:nvPr/>
        </p:nvSpPr>
        <p:spPr>
          <a:xfrm>
            <a:off x="2622223" y="540825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FDE74F-30E3-37E0-771C-76C7DF151CD4}"/>
              </a:ext>
            </a:extLst>
          </p:cNvPr>
          <p:cNvSpPr>
            <a:spLocks/>
          </p:cNvSpPr>
          <p:nvPr/>
        </p:nvSpPr>
        <p:spPr>
          <a:xfrm>
            <a:off x="2685525" y="540825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B2FA90-3205-B8EA-3E77-BAC94B27A71C}"/>
              </a:ext>
            </a:extLst>
          </p:cNvPr>
          <p:cNvSpPr>
            <a:spLocks/>
          </p:cNvSpPr>
          <p:nvPr/>
        </p:nvSpPr>
        <p:spPr>
          <a:xfrm>
            <a:off x="2567269" y="540825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855C24-2C34-C0D9-D543-2B590AE56749}"/>
              </a:ext>
            </a:extLst>
          </p:cNvPr>
          <p:cNvSpPr>
            <a:spLocks/>
          </p:cNvSpPr>
          <p:nvPr/>
        </p:nvSpPr>
        <p:spPr>
          <a:xfrm>
            <a:off x="200502" y="149518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0D117B-C6CE-9A69-5075-C3DCF51AF57E}"/>
              </a:ext>
            </a:extLst>
          </p:cNvPr>
          <p:cNvSpPr>
            <a:spLocks/>
          </p:cNvSpPr>
          <p:nvPr/>
        </p:nvSpPr>
        <p:spPr>
          <a:xfrm>
            <a:off x="590166" y="1847428"/>
            <a:ext cx="1848464" cy="34413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BD32DB-738B-4C7A-F77A-6A5D07060339}"/>
              </a:ext>
            </a:extLst>
          </p:cNvPr>
          <p:cNvSpPr>
            <a:spLocks/>
          </p:cNvSpPr>
          <p:nvPr/>
        </p:nvSpPr>
        <p:spPr>
          <a:xfrm>
            <a:off x="590166" y="277421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8BF3966-3EB6-330E-5B2E-4CDAFEDBA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24" y="2381810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A69BE16-3264-11A9-0D64-EF2EA6A8C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58" y="1947732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0466151-CD25-EA4B-EEC3-E3867DBEE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24" y="2851877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3EC79D3-BE4D-380F-4D0B-31FDBEC20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09" y="3318805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8471D3E2-889B-24C0-C0A3-FAE3A37448E5}"/>
              </a:ext>
            </a:extLst>
          </p:cNvPr>
          <p:cNvSpPr>
            <a:spLocks/>
          </p:cNvSpPr>
          <p:nvPr/>
        </p:nvSpPr>
        <p:spPr>
          <a:xfrm>
            <a:off x="590166" y="4211534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1378DC63-45F2-9537-93A9-4291A88F15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613" y="4281420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255E75B1-0744-B212-BA31-7A13D65F3B1B}"/>
              </a:ext>
            </a:extLst>
          </p:cNvPr>
          <p:cNvSpPr>
            <a:spLocks/>
          </p:cNvSpPr>
          <p:nvPr/>
        </p:nvSpPr>
        <p:spPr>
          <a:xfrm>
            <a:off x="590166" y="3730506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A5BFBF6-FF21-E765-0E39-CFBEC6629A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635726" y="3822464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56750EC-498D-B426-8489-EC094BEE0D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620124"/>
              </p:ext>
            </p:extLst>
          </p:nvPr>
        </p:nvGraphicFramePr>
        <p:xfrm>
          <a:off x="200502" y="640607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1DD744E-BB1D-1831-0EFE-95BC379FE013}"/>
              </a:ext>
            </a:extLst>
          </p:cNvPr>
          <p:cNvSpPr>
            <a:spLocks/>
          </p:cNvSpPr>
          <p:nvPr/>
        </p:nvSpPr>
        <p:spPr>
          <a:xfrm>
            <a:off x="314632" y="667845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2D8F802B-1AED-E34C-EF7F-F977CE7CE6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06" y="925741"/>
            <a:ext cx="531887" cy="338256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071C7DA-8B8A-9664-F81F-D49000C11A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693" y="918019"/>
            <a:ext cx="531887" cy="338256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035E4CA-2E1F-95BE-9669-81CE426D106A}"/>
              </a:ext>
            </a:extLst>
          </p:cNvPr>
          <p:cNvCxnSpPr>
            <a:cxnSpLocks/>
          </p:cNvCxnSpPr>
          <p:nvPr/>
        </p:nvCxnSpPr>
        <p:spPr>
          <a:xfrm>
            <a:off x="4453356" y="1811483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6FAB146-3819-E139-874E-B8635FE229EB}"/>
              </a:ext>
            </a:extLst>
          </p:cNvPr>
          <p:cNvCxnSpPr>
            <a:cxnSpLocks/>
          </p:cNvCxnSpPr>
          <p:nvPr/>
        </p:nvCxnSpPr>
        <p:spPr>
          <a:xfrm>
            <a:off x="1416845" y="4604135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965F4C8-1461-0B0F-8D83-5ADAF9311FE7}"/>
              </a:ext>
            </a:extLst>
          </p:cNvPr>
          <p:cNvCxnSpPr>
            <a:cxnSpLocks/>
          </p:cNvCxnSpPr>
          <p:nvPr/>
        </p:nvCxnSpPr>
        <p:spPr>
          <a:xfrm>
            <a:off x="1394328" y="180462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7366D6B0-4044-CF26-C93A-0097553703A3}"/>
              </a:ext>
            </a:extLst>
          </p:cNvPr>
          <p:cNvSpPr/>
          <p:nvPr/>
        </p:nvSpPr>
        <p:spPr>
          <a:xfrm>
            <a:off x="2937697" y="2851877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9DC2F52-22E6-39D5-DD0F-CECD5EAC8B4B}"/>
              </a:ext>
            </a:extLst>
          </p:cNvPr>
          <p:cNvSpPr/>
          <p:nvPr/>
        </p:nvSpPr>
        <p:spPr>
          <a:xfrm>
            <a:off x="3359526" y="1878292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kĩ thuật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2989E9B7-1BEF-2DD6-6650-728577266AE0}"/>
              </a:ext>
            </a:extLst>
          </p:cNvPr>
          <p:cNvSpPr/>
          <p:nvPr/>
        </p:nvSpPr>
        <p:spPr>
          <a:xfrm>
            <a:off x="4632267" y="1884733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tài chính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37B21A7-F7F5-0DDD-A087-BE72D2754A7C}"/>
              </a:ext>
            </a:extLst>
          </p:cNvPr>
          <p:cNvSpPr/>
          <p:nvPr/>
        </p:nvSpPr>
        <p:spPr>
          <a:xfrm>
            <a:off x="3361970" y="2182474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vận hành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642CD-C09C-828A-12DC-8457C3B7DBEB}"/>
              </a:ext>
            </a:extLst>
          </p:cNvPr>
          <p:cNvSpPr/>
          <p:nvPr/>
        </p:nvSpPr>
        <p:spPr>
          <a:xfrm>
            <a:off x="3359526" y="2576892"/>
            <a:ext cx="2405054" cy="2091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B421B-3A73-7BD9-CC59-9FBC54F38D83}"/>
              </a:ext>
            </a:extLst>
          </p:cNvPr>
          <p:cNvSpPr/>
          <p:nvPr/>
        </p:nvSpPr>
        <p:spPr>
          <a:xfrm>
            <a:off x="3416239" y="2638141"/>
            <a:ext cx="2015298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bg1"/>
                </a:solidFill>
              </a:rPr>
              <a:t>Yêu cầu hỗ trợ: Anh/chị hỗ trợ mình với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6DE8A5-0D3C-B42E-E667-39C4D6AEAFB0}"/>
              </a:ext>
            </a:extLst>
          </p:cNvPr>
          <p:cNvSpPr/>
          <p:nvPr/>
        </p:nvSpPr>
        <p:spPr>
          <a:xfrm>
            <a:off x="3416238" y="3046960"/>
            <a:ext cx="2262181" cy="15412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800">
                <a:solidFill>
                  <a:schemeClr val="tx1"/>
                </a:solidFill>
              </a:rPr>
              <a:t>Chào bạn, sáng nay mình push code lên GitHub rồi mà app BNCloud không tự deploy như mọi khi. Giúp mình kiểm tra với ạ.</a:t>
            </a:r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BF759DF-13B8-BB15-4D70-68945AF954EA}"/>
              </a:ext>
            </a:extLst>
          </p:cNvPr>
          <p:cNvSpPr>
            <a:spLocks/>
          </p:cNvSpPr>
          <p:nvPr/>
        </p:nvSpPr>
        <p:spPr>
          <a:xfrm>
            <a:off x="6261685" y="55162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17712CB-C68E-AABF-341B-DB7EBE376D21}"/>
              </a:ext>
            </a:extLst>
          </p:cNvPr>
          <p:cNvSpPr>
            <a:spLocks/>
          </p:cNvSpPr>
          <p:nvPr/>
        </p:nvSpPr>
        <p:spPr>
          <a:xfrm>
            <a:off x="6344086" y="132759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FD1C1B9-42E5-7B53-A74B-4211BE60B0C8}"/>
              </a:ext>
            </a:extLst>
          </p:cNvPr>
          <p:cNvSpPr>
            <a:spLocks/>
          </p:cNvSpPr>
          <p:nvPr/>
        </p:nvSpPr>
        <p:spPr>
          <a:xfrm>
            <a:off x="6296281" y="4719423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78609B-BED8-E371-D8F0-FA7064F1D75F}"/>
              </a:ext>
            </a:extLst>
          </p:cNvPr>
          <p:cNvSpPr txBox="1">
            <a:spLocks/>
          </p:cNvSpPr>
          <p:nvPr/>
        </p:nvSpPr>
        <p:spPr>
          <a:xfrm>
            <a:off x="6397584" y="4797291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5A8202BD-35EE-E2C7-35AA-9F3FC2E7F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309031"/>
              </p:ext>
            </p:extLst>
          </p:nvPr>
        </p:nvGraphicFramePr>
        <p:xfrm>
          <a:off x="6380244" y="6118316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07" name="Picture 10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4E4429DA-0D0B-258E-FF40-662887C74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404" y="6173878"/>
            <a:ext cx="113057" cy="113057"/>
          </a:xfrm>
          <a:prstGeom prst="rect">
            <a:avLst/>
          </a:prstGeom>
        </p:spPr>
      </p:pic>
      <p:pic>
        <p:nvPicPr>
          <p:cNvPr id="108" name="Picture 107" descr="A blue and white logo&#10;&#10;AI-generated content may be incorrect.">
            <a:extLst>
              <a:ext uri="{FF2B5EF4-FFF2-40B4-BE49-F238E27FC236}">
                <a16:creationId xmlns:a16="http://schemas.microsoft.com/office/drawing/2014/main" id="{FE281EE7-EFBE-2391-F74F-FD0AAAA77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117" y="6146961"/>
            <a:ext cx="324459" cy="162000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B7FD5090-C2E8-99E4-A917-AA6A6BA08281}"/>
              </a:ext>
            </a:extLst>
          </p:cNvPr>
          <p:cNvSpPr>
            <a:spLocks/>
          </p:cNvSpPr>
          <p:nvPr/>
        </p:nvSpPr>
        <p:spPr>
          <a:xfrm>
            <a:off x="8415790" y="60233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0" name="Table 109">
            <a:extLst>
              <a:ext uri="{FF2B5EF4-FFF2-40B4-BE49-F238E27FC236}">
                <a16:creationId xmlns:a16="http://schemas.microsoft.com/office/drawing/2014/main" id="{F00A85AF-B3E7-739A-839C-56C4222456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4673614"/>
              </p:ext>
            </p:extLst>
          </p:nvPr>
        </p:nvGraphicFramePr>
        <p:xfrm>
          <a:off x="6332784" y="69111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1" name="Action Button: Go Home 1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B80B054-B09E-286E-0598-0600825EBFE9}"/>
              </a:ext>
            </a:extLst>
          </p:cNvPr>
          <p:cNvSpPr>
            <a:spLocks/>
          </p:cNvSpPr>
          <p:nvPr/>
        </p:nvSpPr>
        <p:spPr>
          <a:xfrm>
            <a:off x="6446914" y="718354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926F712-CCB7-FE5A-A823-80B9FC0FDF1E}"/>
              </a:ext>
            </a:extLst>
          </p:cNvPr>
          <p:cNvSpPr>
            <a:spLocks/>
          </p:cNvSpPr>
          <p:nvPr/>
        </p:nvSpPr>
        <p:spPr>
          <a:xfrm>
            <a:off x="8765807" y="60233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51C3602-83AD-71F9-96BE-897BCD47AE2D}"/>
              </a:ext>
            </a:extLst>
          </p:cNvPr>
          <p:cNvSpPr>
            <a:spLocks/>
          </p:cNvSpPr>
          <p:nvPr/>
        </p:nvSpPr>
        <p:spPr>
          <a:xfrm>
            <a:off x="8829109" y="60233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E34F458-6E9A-F709-FEEF-84BEC7FFC84C}"/>
              </a:ext>
            </a:extLst>
          </p:cNvPr>
          <p:cNvSpPr>
            <a:spLocks/>
          </p:cNvSpPr>
          <p:nvPr/>
        </p:nvSpPr>
        <p:spPr>
          <a:xfrm>
            <a:off x="8710853" y="60233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EBE769-E725-5EEB-2051-F623B02248FB}"/>
              </a:ext>
            </a:extLst>
          </p:cNvPr>
          <p:cNvSpPr>
            <a:spLocks/>
          </p:cNvSpPr>
          <p:nvPr/>
        </p:nvSpPr>
        <p:spPr>
          <a:xfrm>
            <a:off x="6344086" y="155668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6" name="Picture 125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4DDF604-E395-CA06-7FBE-AD508C622C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81" y="969236"/>
            <a:ext cx="531887" cy="338256"/>
          </a:xfrm>
          <a:prstGeom prst="rect">
            <a:avLst/>
          </a:prstGeom>
        </p:spPr>
      </p:pic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B4E2C55-0975-6FB2-0460-FF7D844E59AA}"/>
              </a:ext>
            </a:extLst>
          </p:cNvPr>
          <p:cNvCxnSpPr>
            <a:cxnSpLocks/>
          </p:cNvCxnSpPr>
          <p:nvPr/>
        </p:nvCxnSpPr>
        <p:spPr>
          <a:xfrm>
            <a:off x="7540744" y="186270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CB6E89A-3E55-5489-F28A-EC35C26B959B}"/>
              </a:ext>
            </a:extLst>
          </p:cNvPr>
          <p:cNvSpPr/>
          <p:nvPr/>
        </p:nvSpPr>
        <p:spPr>
          <a:xfrm>
            <a:off x="6446914" y="1929509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kĩ thuật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B1F87C9A-C5E4-0B91-373B-AC0B16B3BBC8}"/>
              </a:ext>
            </a:extLst>
          </p:cNvPr>
          <p:cNvSpPr/>
          <p:nvPr/>
        </p:nvSpPr>
        <p:spPr>
          <a:xfrm>
            <a:off x="7719655" y="1935950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tài chính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A9F1E58-C0DD-2A41-199B-7F6F692A4A33}"/>
              </a:ext>
            </a:extLst>
          </p:cNvPr>
          <p:cNvSpPr/>
          <p:nvPr/>
        </p:nvSpPr>
        <p:spPr>
          <a:xfrm>
            <a:off x="6449358" y="2233691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vận hành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7D39847-D0AC-ACDE-830D-1AEE1E5F839F}"/>
              </a:ext>
            </a:extLst>
          </p:cNvPr>
          <p:cNvSpPr/>
          <p:nvPr/>
        </p:nvSpPr>
        <p:spPr>
          <a:xfrm>
            <a:off x="6446914" y="2628109"/>
            <a:ext cx="2405054" cy="2091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US" sz="800">
              <a:solidFill>
                <a:prstClr val="white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3B6A0034-7EC7-2F56-192D-ED30858AAB27}"/>
              </a:ext>
            </a:extLst>
          </p:cNvPr>
          <p:cNvSpPr/>
          <p:nvPr/>
        </p:nvSpPr>
        <p:spPr>
          <a:xfrm>
            <a:off x="4632267" y="2199431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09AB3AA-C726-6991-49CE-68CC2CE303D7}"/>
              </a:ext>
            </a:extLst>
          </p:cNvPr>
          <p:cNvSpPr/>
          <p:nvPr/>
        </p:nvSpPr>
        <p:spPr>
          <a:xfrm>
            <a:off x="7721933" y="2231765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41F6B5A-3F3C-8B2C-3C58-55B9E03CD5DF}"/>
              </a:ext>
            </a:extLst>
          </p:cNvPr>
          <p:cNvSpPr/>
          <p:nvPr/>
        </p:nvSpPr>
        <p:spPr>
          <a:xfrm>
            <a:off x="6812280" y="2673036"/>
            <a:ext cx="1972405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bg1"/>
                </a:solidFill>
              </a:rPr>
              <a:t>Yêu cầu hỗ trợ: </a:t>
            </a:r>
            <a:r>
              <a:rPr lang="en-US" sz="700">
                <a:solidFill>
                  <a:schemeClr val="bg1"/>
                </a:solidFill>
              </a:rPr>
              <a:t>Anh/chị hỗ trợ mình với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58" name="Arrow: Left 157">
            <a:extLst>
              <a:ext uri="{FF2B5EF4-FFF2-40B4-BE49-F238E27FC236}">
                <a16:creationId xmlns:a16="http://schemas.microsoft.com/office/drawing/2014/main" id="{3AF86079-637B-0396-BA7B-7CBB92BDA4C4}"/>
              </a:ext>
            </a:extLst>
          </p:cNvPr>
          <p:cNvSpPr/>
          <p:nvPr/>
        </p:nvSpPr>
        <p:spPr>
          <a:xfrm>
            <a:off x="3359526" y="961933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Arrow: Left 159">
            <a:extLst>
              <a:ext uri="{FF2B5EF4-FFF2-40B4-BE49-F238E27FC236}">
                <a16:creationId xmlns:a16="http://schemas.microsoft.com/office/drawing/2014/main" id="{47D0AD8F-0CB4-2D79-E6E2-F0E21F1577DB}"/>
              </a:ext>
            </a:extLst>
          </p:cNvPr>
          <p:cNvSpPr/>
          <p:nvPr/>
        </p:nvSpPr>
        <p:spPr>
          <a:xfrm>
            <a:off x="6372485" y="976958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C5549-0422-0EC6-F94F-355C5D35FF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5503280" y="2718480"/>
            <a:ext cx="189556" cy="1895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F21B79-EDC7-0CCE-1BD4-DCDDC03EA713}"/>
              </a:ext>
            </a:extLst>
          </p:cNvPr>
          <p:cNvSpPr>
            <a:spLocks/>
          </p:cNvSpPr>
          <p:nvPr/>
        </p:nvSpPr>
        <p:spPr>
          <a:xfrm>
            <a:off x="9295260" y="54076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01C76-EB50-E5B1-0CE6-96C369F1B6AD}"/>
              </a:ext>
            </a:extLst>
          </p:cNvPr>
          <p:cNvSpPr>
            <a:spLocks/>
          </p:cNvSpPr>
          <p:nvPr/>
        </p:nvSpPr>
        <p:spPr>
          <a:xfrm>
            <a:off x="9333232" y="132702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14667E-4B92-2B50-4115-E94449683D8C}"/>
              </a:ext>
            </a:extLst>
          </p:cNvPr>
          <p:cNvSpPr>
            <a:spLocks/>
          </p:cNvSpPr>
          <p:nvPr/>
        </p:nvSpPr>
        <p:spPr>
          <a:xfrm>
            <a:off x="9274554" y="471885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8C02BF-75CF-358C-E4CB-D79B2439785C}"/>
              </a:ext>
            </a:extLst>
          </p:cNvPr>
          <p:cNvSpPr txBox="1">
            <a:spLocks/>
          </p:cNvSpPr>
          <p:nvPr/>
        </p:nvSpPr>
        <p:spPr>
          <a:xfrm>
            <a:off x="9386730" y="479671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A04E7C-CF85-589B-E7CB-359853BD7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384940"/>
              </p:ext>
            </p:extLst>
          </p:nvPr>
        </p:nvGraphicFramePr>
        <p:xfrm>
          <a:off x="9369390" y="6117744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6" name="Picture 15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C59714EA-33FA-4EF5-77D1-C19D1AFD0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550" y="6173306"/>
            <a:ext cx="113057" cy="113057"/>
          </a:xfrm>
          <a:prstGeom prst="rect">
            <a:avLst/>
          </a:prstGeom>
        </p:spPr>
      </p:pic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7B97682B-2E63-3457-C7A8-9F649B117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263" y="6146389"/>
            <a:ext cx="324459" cy="1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EFE55-BC14-20A0-038E-5F6DCE8B55D4}"/>
              </a:ext>
            </a:extLst>
          </p:cNvPr>
          <p:cNvSpPr>
            <a:spLocks/>
          </p:cNvSpPr>
          <p:nvPr/>
        </p:nvSpPr>
        <p:spPr>
          <a:xfrm>
            <a:off x="11404936" y="60175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B391F1C-2F1D-9A40-97C7-F590D1039A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2877490"/>
              </p:ext>
            </p:extLst>
          </p:nvPr>
        </p:nvGraphicFramePr>
        <p:xfrm>
          <a:off x="9321930" y="690544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21" name="Action Button: Go Hom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34AB0DA-A955-E258-FDA4-FF2DAFEEEE92}"/>
              </a:ext>
            </a:extLst>
          </p:cNvPr>
          <p:cNvSpPr>
            <a:spLocks/>
          </p:cNvSpPr>
          <p:nvPr/>
        </p:nvSpPr>
        <p:spPr>
          <a:xfrm>
            <a:off x="9436060" y="717782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9CBF9F-FBC2-E3FB-6B50-20F9822E375A}"/>
              </a:ext>
            </a:extLst>
          </p:cNvPr>
          <p:cNvSpPr>
            <a:spLocks/>
          </p:cNvSpPr>
          <p:nvPr/>
        </p:nvSpPr>
        <p:spPr>
          <a:xfrm>
            <a:off x="11754953" y="60175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A4837B-E5C8-151A-2D6B-A850B4EFEFEC}"/>
              </a:ext>
            </a:extLst>
          </p:cNvPr>
          <p:cNvSpPr>
            <a:spLocks/>
          </p:cNvSpPr>
          <p:nvPr/>
        </p:nvSpPr>
        <p:spPr>
          <a:xfrm>
            <a:off x="11818255" y="60175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E48703-B1E7-4F24-E800-59BDBBF1493E}"/>
              </a:ext>
            </a:extLst>
          </p:cNvPr>
          <p:cNvSpPr>
            <a:spLocks/>
          </p:cNvSpPr>
          <p:nvPr/>
        </p:nvSpPr>
        <p:spPr>
          <a:xfrm>
            <a:off x="11699999" y="60175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522FB9-02AC-CB04-A6F9-5B332E3B64AC}"/>
              </a:ext>
            </a:extLst>
          </p:cNvPr>
          <p:cNvSpPr>
            <a:spLocks/>
          </p:cNvSpPr>
          <p:nvPr/>
        </p:nvSpPr>
        <p:spPr>
          <a:xfrm>
            <a:off x="9333232" y="155611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7703068-D75F-9FC2-CE1B-74C94B6F4B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227" y="968664"/>
            <a:ext cx="531887" cy="33825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CDFF05-F3DF-5C87-0046-AE7BEFA622A5}"/>
              </a:ext>
            </a:extLst>
          </p:cNvPr>
          <p:cNvCxnSpPr>
            <a:cxnSpLocks/>
          </p:cNvCxnSpPr>
          <p:nvPr/>
        </p:nvCxnSpPr>
        <p:spPr>
          <a:xfrm>
            <a:off x="10529890" y="186212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9D56EAF-1EC2-6B7C-F509-863EC9C70F60}"/>
              </a:ext>
            </a:extLst>
          </p:cNvPr>
          <p:cNvSpPr/>
          <p:nvPr/>
        </p:nvSpPr>
        <p:spPr>
          <a:xfrm>
            <a:off x="9436060" y="1928937"/>
            <a:ext cx="1155173" cy="2256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kĩ thuật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4D7481-155E-0E22-5CB9-3145DCE5BD2D}"/>
              </a:ext>
            </a:extLst>
          </p:cNvPr>
          <p:cNvSpPr/>
          <p:nvPr/>
        </p:nvSpPr>
        <p:spPr>
          <a:xfrm>
            <a:off x="10708801" y="1935378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tài chính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ABE474-6407-D0BC-7976-A2786C2526EA}"/>
              </a:ext>
            </a:extLst>
          </p:cNvPr>
          <p:cNvSpPr/>
          <p:nvPr/>
        </p:nvSpPr>
        <p:spPr>
          <a:xfrm>
            <a:off x="9438504" y="2233119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Phòng vận hành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E3A9A6-DFD9-02E3-7BA0-38FCE6D589EB}"/>
              </a:ext>
            </a:extLst>
          </p:cNvPr>
          <p:cNvSpPr/>
          <p:nvPr/>
        </p:nvSpPr>
        <p:spPr>
          <a:xfrm>
            <a:off x="9436060" y="2627537"/>
            <a:ext cx="2405054" cy="2091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3CA63E-0DE6-C539-1826-25F68DE6EBA8}"/>
              </a:ext>
            </a:extLst>
          </p:cNvPr>
          <p:cNvSpPr/>
          <p:nvPr/>
        </p:nvSpPr>
        <p:spPr>
          <a:xfrm>
            <a:off x="9537116" y="3099537"/>
            <a:ext cx="1985548" cy="1036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800">
                <a:solidFill>
                  <a:schemeClr val="tx1"/>
                </a:solidFill>
              </a:rPr>
              <a:t>Chào bạn, sáng nay mình push code lên GitHub rồi mà app BNCloud không tự deploy như mọi khi. Giúp mình kiểm tra với ạ.</a:t>
            </a:r>
            <a:endParaRPr lang="en-US" sz="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F3392D6-DD16-87A9-2CE6-8B22601E41CB}"/>
              </a:ext>
            </a:extLst>
          </p:cNvPr>
          <p:cNvSpPr/>
          <p:nvPr/>
        </p:nvSpPr>
        <p:spPr>
          <a:xfrm>
            <a:off x="10708801" y="2232523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5F5DF615-0E02-ED56-6A66-19D1ABDEB954}"/>
              </a:ext>
            </a:extLst>
          </p:cNvPr>
          <p:cNvSpPr/>
          <p:nvPr/>
        </p:nvSpPr>
        <p:spPr>
          <a:xfrm>
            <a:off x="11576151" y="3133228"/>
            <a:ext cx="219619" cy="22014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D22370-DFE9-1488-2D0E-C4971E403006}"/>
              </a:ext>
            </a:extLst>
          </p:cNvPr>
          <p:cNvSpPr/>
          <p:nvPr/>
        </p:nvSpPr>
        <p:spPr>
          <a:xfrm>
            <a:off x="9436060" y="4131133"/>
            <a:ext cx="2405054" cy="315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C8DA08A-85F7-10FA-293D-E6808F94D7E6}"/>
              </a:ext>
            </a:extLst>
          </p:cNvPr>
          <p:cNvSpPr/>
          <p:nvPr/>
        </p:nvSpPr>
        <p:spPr>
          <a:xfrm>
            <a:off x="9436060" y="4130629"/>
            <a:ext cx="2405053" cy="577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99607DA-42F1-17BD-1B0B-BD8E9D8EDF3C}"/>
              </a:ext>
            </a:extLst>
          </p:cNvPr>
          <p:cNvSpPr/>
          <p:nvPr/>
        </p:nvSpPr>
        <p:spPr>
          <a:xfrm>
            <a:off x="9537117" y="2714721"/>
            <a:ext cx="1985548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bg1"/>
                </a:solidFill>
              </a:rPr>
              <a:t>Yêu cầu hỗ trợ: Anh/chị hỗ trợ mình với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D2ECA633-4035-29D6-F4C3-414590DBB7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8482" y="3138968"/>
            <a:ext cx="213467" cy="213467"/>
          </a:xfrm>
          <a:prstGeom prst="rect">
            <a:avLst/>
          </a:prstGeom>
        </p:spPr>
      </p:pic>
      <p:sp>
        <p:nvSpPr>
          <p:cNvPr id="98" name="Arrow: Left 97">
            <a:extLst>
              <a:ext uri="{FF2B5EF4-FFF2-40B4-BE49-F238E27FC236}">
                <a16:creationId xmlns:a16="http://schemas.microsoft.com/office/drawing/2014/main" id="{929F81B9-6E8D-43AF-39A9-CA2FA3B06D7F}"/>
              </a:ext>
            </a:extLst>
          </p:cNvPr>
          <p:cNvSpPr/>
          <p:nvPr/>
        </p:nvSpPr>
        <p:spPr>
          <a:xfrm>
            <a:off x="9386730" y="1014869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81ACE65E-B13D-3B2A-FA49-FA1D29840B34}"/>
              </a:ext>
            </a:extLst>
          </p:cNvPr>
          <p:cNvSpPr/>
          <p:nvPr/>
        </p:nvSpPr>
        <p:spPr>
          <a:xfrm>
            <a:off x="6528660" y="2744377"/>
            <a:ext cx="219619" cy="22014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57B8710B-3F9E-4653-86DD-C2FD2465EF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991" y="2750117"/>
            <a:ext cx="213467" cy="213467"/>
          </a:xfrm>
          <a:prstGeom prst="rect">
            <a:avLst/>
          </a:prstGeom>
        </p:spPr>
      </p:pic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D571656B-BB12-94E0-495A-D157AA97B739}"/>
              </a:ext>
            </a:extLst>
          </p:cNvPr>
          <p:cNvSpPr/>
          <p:nvPr/>
        </p:nvSpPr>
        <p:spPr>
          <a:xfrm>
            <a:off x="9037197" y="2946567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DF78535F-42D3-C965-FB17-D24616FC4665}"/>
              </a:ext>
            </a:extLst>
          </p:cNvPr>
          <p:cNvSpPr/>
          <p:nvPr/>
        </p:nvSpPr>
        <p:spPr>
          <a:xfrm>
            <a:off x="5982832" y="2921405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5126EC4-3A81-3C85-3A98-B4D024936E2D}"/>
              </a:ext>
            </a:extLst>
          </p:cNvPr>
          <p:cNvSpPr/>
          <p:nvPr/>
        </p:nvSpPr>
        <p:spPr>
          <a:xfrm>
            <a:off x="8582660" y="2743479"/>
            <a:ext cx="173912" cy="1722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A6E7D7-EFBD-0A39-F9B5-8D7F425CDFE0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1A60-9592-E90B-AA80-C33C5E0E278D}"/>
              </a:ext>
            </a:extLst>
          </p:cNvPr>
          <p:cNvSpPr txBox="1"/>
          <p:nvPr/>
        </p:nvSpPr>
        <p:spPr>
          <a:xfrm>
            <a:off x="9537290" y="4449549"/>
            <a:ext cx="201109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Nhắn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CA9F3-A9C9-484C-4BB8-83E991EA92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11601834" y="4449549"/>
            <a:ext cx="189556" cy="18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0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BEA3-4D5A-8761-376A-DB4FCF72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EF80ECC7-C090-2F0C-15D8-9A082A806D95}"/>
              </a:ext>
            </a:extLst>
          </p:cNvPr>
          <p:cNvSpPr>
            <a:spLocks/>
          </p:cNvSpPr>
          <p:nvPr/>
        </p:nvSpPr>
        <p:spPr>
          <a:xfrm>
            <a:off x="3220788" y="50297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361C69E-056A-9445-74B7-39E0E004CB90}"/>
              </a:ext>
            </a:extLst>
          </p:cNvPr>
          <p:cNvSpPr>
            <a:spLocks/>
          </p:cNvSpPr>
          <p:nvPr/>
        </p:nvSpPr>
        <p:spPr>
          <a:xfrm>
            <a:off x="3258760" y="127895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0CD105C-5338-F9CA-8326-BDFFB19E53F5}"/>
              </a:ext>
            </a:extLst>
          </p:cNvPr>
          <p:cNvSpPr>
            <a:spLocks/>
          </p:cNvSpPr>
          <p:nvPr/>
        </p:nvSpPr>
        <p:spPr>
          <a:xfrm>
            <a:off x="3210955" y="467077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A1B7D7-E3D4-2BA1-8E5A-2A0AC5366A5B}"/>
              </a:ext>
            </a:extLst>
          </p:cNvPr>
          <p:cNvSpPr txBox="1">
            <a:spLocks/>
          </p:cNvSpPr>
          <p:nvPr/>
        </p:nvSpPr>
        <p:spPr>
          <a:xfrm>
            <a:off x="3312258" y="474864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CF0BBA78-998C-84B2-84DF-8FCF5DF45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411998"/>
              </p:ext>
            </p:extLst>
          </p:nvPr>
        </p:nvGraphicFramePr>
        <p:xfrm>
          <a:off x="3294918" y="6069672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87" name="Picture 8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CC1D1DD8-F171-9710-94BF-706000FDB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078" y="6125234"/>
            <a:ext cx="113057" cy="113057"/>
          </a:xfrm>
          <a:prstGeom prst="rect">
            <a:avLst/>
          </a:prstGeom>
        </p:spPr>
      </p:pic>
      <p:pic>
        <p:nvPicPr>
          <p:cNvPr id="89" name="Picture 88" descr="A blue and white logo&#10;&#10;AI-generated content may be incorrect.">
            <a:extLst>
              <a:ext uri="{FF2B5EF4-FFF2-40B4-BE49-F238E27FC236}">
                <a16:creationId xmlns:a16="http://schemas.microsoft.com/office/drawing/2014/main" id="{A37F343A-8E40-65A0-88B2-4E5983BB4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791" y="6098317"/>
            <a:ext cx="324459" cy="162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BA0C954B-151C-818F-C6C4-2066ABC360C6}"/>
              </a:ext>
            </a:extLst>
          </p:cNvPr>
          <p:cNvSpPr>
            <a:spLocks/>
          </p:cNvSpPr>
          <p:nvPr/>
        </p:nvSpPr>
        <p:spPr>
          <a:xfrm>
            <a:off x="5330464" y="55368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0213B075-166B-607E-FB68-41A5A280E6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159893"/>
              </p:ext>
            </p:extLst>
          </p:nvPr>
        </p:nvGraphicFramePr>
        <p:xfrm>
          <a:off x="3247458" y="64247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4" name="Action Button: Go Home 1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F456228-2951-E60A-553A-68D4B78F7F1C}"/>
              </a:ext>
            </a:extLst>
          </p:cNvPr>
          <p:cNvSpPr>
            <a:spLocks/>
          </p:cNvSpPr>
          <p:nvPr/>
        </p:nvSpPr>
        <p:spPr>
          <a:xfrm>
            <a:off x="3361588" y="66971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C035777-366C-3D2D-91B9-25BDFF785E03}"/>
              </a:ext>
            </a:extLst>
          </p:cNvPr>
          <p:cNvSpPr>
            <a:spLocks/>
          </p:cNvSpPr>
          <p:nvPr/>
        </p:nvSpPr>
        <p:spPr>
          <a:xfrm>
            <a:off x="5680481" y="55368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400DD9C-5974-829B-7FD1-BBC3302D3884}"/>
              </a:ext>
            </a:extLst>
          </p:cNvPr>
          <p:cNvSpPr>
            <a:spLocks/>
          </p:cNvSpPr>
          <p:nvPr/>
        </p:nvSpPr>
        <p:spPr>
          <a:xfrm>
            <a:off x="5743783" y="55368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B02F2AF-2A21-0F58-B3A4-4F42AAAB65E5}"/>
              </a:ext>
            </a:extLst>
          </p:cNvPr>
          <p:cNvSpPr>
            <a:spLocks/>
          </p:cNvSpPr>
          <p:nvPr/>
        </p:nvSpPr>
        <p:spPr>
          <a:xfrm>
            <a:off x="5625527" y="55368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DBDB6DA-1EDE-71DD-F7FB-890D912E65EC}"/>
              </a:ext>
            </a:extLst>
          </p:cNvPr>
          <p:cNvSpPr>
            <a:spLocks/>
          </p:cNvSpPr>
          <p:nvPr/>
        </p:nvSpPr>
        <p:spPr>
          <a:xfrm>
            <a:off x="3258760" y="150804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05D38A-9453-EBCB-23DC-5BEEEB3BBDCF}"/>
              </a:ext>
            </a:extLst>
          </p:cNvPr>
          <p:cNvSpPr>
            <a:spLocks/>
          </p:cNvSpPr>
          <p:nvPr/>
        </p:nvSpPr>
        <p:spPr>
          <a:xfrm>
            <a:off x="137581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3BB099-D95A-D04D-0EC6-FF51B7CC4272}"/>
              </a:ext>
            </a:extLst>
          </p:cNvPr>
          <p:cNvSpPr>
            <a:spLocks/>
          </p:cNvSpPr>
          <p:nvPr/>
        </p:nvSpPr>
        <p:spPr>
          <a:xfrm>
            <a:off x="565217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C25182-843A-A830-8A57-67D612E7C464}"/>
              </a:ext>
            </a:extLst>
          </p:cNvPr>
          <p:cNvSpPr>
            <a:spLocks/>
          </p:cNvSpPr>
          <p:nvPr/>
        </p:nvSpPr>
        <p:spPr>
          <a:xfrm>
            <a:off x="565217" y="3248275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754692-B18E-5F94-4E5C-6ADF5D33AA57}"/>
              </a:ext>
            </a:extLst>
          </p:cNvPr>
          <p:cNvSpPr>
            <a:spLocks/>
          </p:cNvSpPr>
          <p:nvPr/>
        </p:nvSpPr>
        <p:spPr>
          <a:xfrm>
            <a:off x="175553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0D26EF-C551-0997-D773-8400A0C8AE54}"/>
              </a:ext>
            </a:extLst>
          </p:cNvPr>
          <p:cNvSpPr>
            <a:spLocks/>
          </p:cNvSpPr>
          <p:nvPr/>
        </p:nvSpPr>
        <p:spPr>
          <a:xfrm>
            <a:off x="127748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24131A-C590-202B-649F-649EDA815C15}"/>
              </a:ext>
            </a:extLst>
          </p:cNvPr>
          <p:cNvSpPr txBox="1">
            <a:spLocks/>
          </p:cNvSpPr>
          <p:nvPr/>
        </p:nvSpPr>
        <p:spPr>
          <a:xfrm>
            <a:off x="229051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5986C0D-4B6D-F279-9D17-EBC324351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878320"/>
              </p:ext>
            </p:extLst>
          </p:nvPr>
        </p:nvGraphicFramePr>
        <p:xfrm>
          <a:off x="238883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EE86A755-33BE-4F31-A7D2-026577477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871" y="6114946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9C03826E-5CAE-69BD-DAE9-A52814EAC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4" y="6088029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9F180FC0-EFB7-41AA-B00F-11AC001F5062}"/>
              </a:ext>
            </a:extLst>
          </p:cNvPr>
          <p:cNvSpPr>
            <a:spLocks/>
          </p:cNvSpPr>
          <p:nvPr/>
        </p:nvSpPr>
        <p:spPr>
          <a:xfrm>
            <a:off x="2247257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C6F97D-B3BA-F49F-C3EB-A24E2B52BC8D}"/>
              </a:ext>
            </a:extLst>
          </p:cNvPr>
          <p:cNvSpPr>
            <a:spLocks/>
          </p:cNvSpPr>
          <p:nvPr/>
        </p:nvSpPr>
        <p:spPr>
          <a:xfrm>
            <a:off x="2597274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55BA85-A806-298A-4505-EAA76D6CC0D3}"/>
              </a:ext>
            </a:extLst>
          </p:cNvPr>
          <p:cNvSpPr>
            <a:spLocks/>
          </p:cNvSpPr>
          <p:nvPr/>
        </p:nvSpPr>
        <p:spPr>
          <a:xfrm>
            <a:off x="2660576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ED8F93-01C8-FB4D-3412-889EF4715F68}"/>
              </a:ext>
            </a:extLst>
          </p:cNvPr>
          <p:cNvSpPr>
            <a:spLocks/>
          </p:cNvSpPr>
          <p:nvPr/>
        </p:nvSpPr>
        <p:spPr>
          <a:xfrm>
            <a:off x="2542320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92393E-35B7-7565-3CB9-7FD42CA7FB1F}"/>
              </a:ext>
            </a:extLst>
          </p:cNvPr>
          <p:cNvSpPr>
            <a:spLocks/>
          </p:cNvSpPr>
          <p:nvPr/>
        </p:nvSpPr>
        <p:spPr>
          <a:xfrm>
            <a:off x="175553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CA5B2F-B1AD-DCC9-7163-22EA5F17E821}"/>
              </a:ext>
            </a:extLst>
          </p:cNvPr>
          <p:cNvSpPr>
            <a:spLocks/>
          </p:cNvSpPr>
          <p:nvPr/>
        </p:nvSpPr>
        <p:spPr>
          <a:xfrm>
            <a:off x="565217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01BC2C-DC3F-D538-C410-D7D1BC7BBBEA}"/>
              </a:ext>
            </a:extLst>
          </p:cNvPr>
          <p:cNvSpPr>
            <a:spLocks/>
          </p:cNvSpPr>
          <p:nvPr/>
        </p:nvSpPr>
        <p:spPr>
          <a:xfrm>
            <a:off x="565217" y="2776792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8C13A2A-D32F-B043-1407-9B1BB9C6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75" y="2384383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A1807ED-5D3F-7B5F-C96B-A58EE5BEB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09" y="1950305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0B271A2-1E8C-64F2-7D38-C83EB0C40B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575" y="2854450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910A1B7-F1D3-E4F3-0AA7-82FD0AAD8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760" y="332137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56D36444-95A8-2332-A1BF-39FE6CD61687}"/>
              </a:ext>
            </a:extLst>
          </p:cNvPr>
          <p:cNvSpPr>
            <a:spLocks/>
          </p:cNvSpPr>
          <p:nvPr/>
        </p:nvSpPr>
        <p:spPr>
          <a:xfrm>
            <a:off x="565217" y="421410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AF334BE1-B609-A76D-F66D-1DF1422A74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664" y="428399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B36C05EB-98AC-B230-AD86-1F7E9D4946FB}"/>
              </a:ext>
            </a:extLst>
          </p:cNvPr>
          <p:cNvSpPr>
            <a:spLocks/>
          </p:cNvSpPr>
          <p:nvPr/>
        </p:nvSpPr>
        <p:spPr>
          <a:xfrm>
            <a:off x="565217" y="373307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8D0FAFD0-D82D-4FC1-56B4-07A52EA9ED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610777" y="382503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D18E6E-E454-4939-EA04-3603939D89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888764"/>
              </p:ext>
            </p:extLst>
          </p:nvPr>
        </p:nvGraphicFramePr>
        <p:xfrm>
          <a:off x="175553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8880C2E-ED48-E418-9BF1-CFC835BC8DC2}"/>
              </a:ext>
            </a:extLst>
          </p:cNvPr>
          <p:cNvSpPr>
            <a:spLocks/>
          </p:cNvSpPr>
          <p:nvPr/>
        </p:nvSpPr>
        <p:spPr>
          <a:xfrm>
            <a:off x="289683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913CD401-EDDF-C293-B4F1-D22137ECDD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57" y="928314"/>
            <a:ext cx="531887" cy="338256"/>
          </a:xfrm>
          <a:prstGeom prst="rect">
            <a:avLst/>
          </a:prstGeom>
        </p:spPr>
      </p:pic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E4F759E7-8019-A26F-B1DE-DEE563AFF1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755" y="920592"/>
            <a:ext cx="531887" cy="338256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24B4DD2-3452-BEE1-E8D1-A56E215F37DC}"/>
              </a:ext>
            </a:extLst>
          </p:cNvPr>
          <p:cNvCxnSpPr>
            <a:cxnSpLocks/>
          </p:cNvCxnSpPr>
          <p:nvPr/>
        </p:nvCxnSpPr>
        <p:spPr>
          <a:xfrm>
            <a:off x="4455418" y="18140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9990D4-2E21-6601-D295-AC5BE14FB5CE}"/>
              </a:ext>
            </a:extLst>
          </p:cNvPr>
          <p:cNvCxnSpPr>
            <a:cxnSpLocks/>
          </p:cNvCxnSpPr>
          <p:nvPr/>
        </p:nvCxnSpPr>
        <p:spPr>
          <a:xfrm>
            <a:off x="1391896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F86BE91-73B8-2367-C32F-93222334F704}"/>
              </a:ext>
            </a:extLst>
          </p:cNvPr>
          <p:cNvCxnSpPr>
            <a:cxnSpLocks/>
          </p:cNvCxnSpPr>
          <p:nvPr/>
        </p:nvCxnSpPr>
        <p:spPr>
          <a:xfrm>
            <a:off x="1369379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79AD2A6-008D-FB41-2251-CFCD01466902}"/>
              </a:ext>
            </a:extLst>
          </p:cNvPr>
          <p:cNvCxnSpPr>
            <a:cxnSpLocks/>
          </p:cNvCxnSpPr>
          <p:nvPr/>
        </p:nvCxnSpPr>
        <p:spPr>
          <a:xfrm>
            <a:off x="4516761" y="461262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7073F60B-8CDC-B6C2-8CB1-0EE458FDFFA5}"/>
              </a:ext>
            </a:extLst>
          </p:cNvPr>
          <p:cNvSpPr/>
          <p:nvPr/>
        </p:nvSpPr>
        <p:spPr>
          <a:xfrm>
            <a:off x="2894952" y="2957458"/>
            <a:ext cx="166856" cy="12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D66AE-7EBF-E3DB-06C4-10C8D80E1765}"/>
              </a:ext>
            </a:extLst>
          </p:cNvPr>
          <p:cNvSpPr>
            <a:spLocks/>
          </p:cNvSpPr>
          <p:nvPr/>
        </p:nvSpPr>
        <p:spPr>
          <a:xfrm>
            <a:off x="9304697" y="54359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C42B5-854F-266F-C6EF-31C028672BA2}"/>
              </a:ext>
            </a:extLst>
          </p:cNvPr>
          <p:cNvSpPr>
            <a:spLocks/>
          </p:cNvSpPr>
          <p:nvPr/>
        </p:nvSpPr>
        <p:spPr>
          <a:xfrm>
            <a:off x="9342669" y="1329859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35E1F1-30F5-EED4-BA32-2C634B0AA7A8}"/>
              </a:ext>
            </a:extLst>
          </p:cNvPr>
          <p:cNvSpPr>
            <a:spLocks/>
          </p:cNvSpPr>
          <p:nvPr/>
        </p:nvSpPr>
        <p:spPr>
          <a:xfrm>
            <a:off x="9294864" y="4721687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FB5D2-ED49-4652-7266-8B7B39ACD94D}"/>
              </a:ext>
            </a:extLst>
          </p:cNvPr>
          <p:cNvSpPr txBox="1">
            <a:spLocks/>
          </p:cNvSpPr>
          <p:nvPr/>
        </p:nvSpPr>
        <p:spPr>
          <a:xfrm>
            <a:off x="9396167" y="4799555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EFACF9-5484-3F87-99EB-4C88C9B0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411998"/>
              </p:ext>
            </p:extLst>
          </p:nvPr>
        </p:nvGraphicFramePr>
        <p:xfrm>
          <a:off x="9378827" y="6120580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6C660B55-EE19-C291-0E16-54D862275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87" y="6176142"/>
            <a:ext cx="113057" cy="113057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EBDE08FF-CCF2-378B-CB2A-829EFD5FA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700" y="6149225"/>
            <a:ext cx="324459" cy="1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0F571F1-36FC-83F0-F852-3AECF5B6159C}"/>
              </a:ext>
            </a:extLst>
          </p:cNvPr>
          <p:cNvSpPr>
            <a:spLocks/>
          </p:cNvSpPr>
          <p:nvPr/>
        </p:nvSpPr>
        <p:spPr>
          <a:xfrm>
            <a:off x="11414373" y="604594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CE7C58E-D8A0-723B-D5F9-6EEE46F1DF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159893"/>
              </p:ext>
            </p:extLst>
          </p:nvPr>
        </p:nvGraphicFramePr>
        <p:xfrm>
          <a:off x="9331367" y="6933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061122-C15E-9C44-D53C-3C2B4E9EF0D1}"/>
              </a:ext>
            </a:extLst>
          </p:cNvPr>
          <p:cNvSpPr>
            <a:spLocks/>
          </p:cNvSpPr>
          <p:nvPr/>
        </p:nvSpPr>
        <p:spPr>
          <a:xfrm>
            <a:off x="9445497" y="7206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1211BE-7D66-FCA6-E3FA-7E0ACB4575E7}"/>
              </a:ext>
            </a:extLst>
          </p:cNvPr>
          <p:cNvSpPr>
            <a:spLocks/>
          </p:cNvSpPr>
          <p:nvPr/>
        </p:nvSpPr>
        <p:spPr>
          <a:xfrm>
            <a:off x="11764390" y="604594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DEF5DD-6A66-E268-13B1-D70A1D9E1F39}"/>
              </a:ext>
            </a:extLst>
          </p:cNvPr>
          <p:cNvSpPr>
            <a:spLocks/>
          </p:cNvSpPr>
          <p:nvPr/>
        </p:nvSpPr>
        <p:spPr>
          <a:xfrm>
            <a:off x="11827692" y="604594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7CA0CA-2575-9DB1-C8C2-C5CE8AD3D7A2}"/>
              </a:ext>
            </a:extLst>
          </p:cNvPr>
          <p:cNvSpPr>
            <a:spLocks/>
          </p:cNvSpPr>
          <p:nvPr/>
        </p:nvSpPr>
        <p:spPr>
          <a:xfrm>
            <a:off x="11709436" y="604594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9D704F-82B0-7AF7-627C-68C0D9E0430F}"/>
              </a:ext>
            </a:extLst>
          </p:cNvPr>
          <p:cNvSpPr>
            <a:spLocks/>
          </p:cNvSpPr>
          <p:nvPr/>
        </p:nvSpPr>
        <p:spPr>
          <a:xfrm>
            <a:off x="9342669" y="1558950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31DF69D-3CC2-829B-E9E9-5826E3D4DF5C}"/>
              </a:ext>
            </a:extLst>
          </p:cNvPr>
          <p:cNvSpPr>
            <a:spLocks/>
          </p:cNvSpPr>
          <p:nvPr/>
        </p:nvSpPr>
        <p:spPr>
          <a:xfrm>
            <a:off x="6221490" y="533308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F25BDD-BEAC-EB11-6BF0-7A1D0A979CAF}"/>
              </a:ext>
            </a:extLst>
          </p:cNvPr>
          <p:cNvSpPr>
            <a:spLocks/>
          </p:cNvSpPr>
          <p:nvPr/>
        </p:nvSpPr>
        <p:spPr>
          <a:xfrm>
            <a:off x="6649126" y="236887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F727B2-5824-482D-BBD6-0BD4BB6E2BAB}"/>
              </a:ext>
            </a:extLst>
          </p:cNvPr>
          <p:cNvSpPr>
            <a:spLocks/>
          </p:cNvSpPr>
          <p:nvPr/>
        </p:nvSpPr>
        <p:spPr>
          <a:xfrm>
            <a:off x="6649126" y="3299183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9A370FE-4868-2C52-936E-92F1D49EA9B0}"/>
              </a:ext>
            </a:extLst>
          </p:cNvPr>
          <p:cNvSpPr>
            <a:spLocks/>
          </p:cNvSpPr>
          <p:nvPr/>
        </p:nvSpPr>
        <p:spPr>
          <a:xfrm>
            <a:off x="6259462" y="131957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FD2DEE3-A389-6BC6-47AB-2DFBA9ECCC60}"/>
              </a:ext>
            </a:extLst>
          </p:cNvPr>
          <p:cNvSpPr>
            <a:spLocks/>
          </p:cNvSpPr>
          <p:nvPr/>
        </p:nvSpPr>
        <p:spPr>
          <a:xfrm>
            <a:off x="6211657" y="471139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434D26-5F7F-C706-98DA-1407685A2323}"/>
              </a:ext>
            </a:extLst>
          </p:cNvPr>
          <p:cNvSpPr txBox="1">
            <a:spLocks/>
          </p:cNvSpPr>
          <p:nvPr/>
        </p:nvSpPr>
        <p:spPr>
          <a:xfrm>
            <a:off x="6312960" y="478926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E5DCA177-CDA2-B1D3-ED09-5DFFB9AB46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878320"/>
              </p:ext>
            </p:extLst>
          </p:nvPr>
        </p:nvGraphicFramePr>
        <p:xfrm>
          <a:off x="6322792" y="6111567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69" name="Picture 6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94859713-A5A4-9DD3-DDC3-93838E3DD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780" y="6165854"/>
            <a:ext cx="113057" cy="113057"/>
          </a:xfrm>
          <a:prstGeom prst="rect">
            <a:avLst/>
          </a:prstGeom>
        </p:spPr>
      </p:pic>
      <p:pic>
        <p:nvPicPr>
          <p:cNvPr id="71" name="Picture 70" descr="A blue and white logo&#10;&#10;AI-generated content may be incorrect.">
            <a:extLst>
              <a:ext uri="{FF2B5EF4-FFF2-40B4-BE49-F238E27FC236}">
                <a16:creationId xmlns:a16="http://schemas.microsoft.com/office/drawing/2014/main" id="{86CE79C8-EB00-8F66-BA18-229DDA40C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493" y="6138937"/>
            <a:ext cx="324459" cy="16200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3AB7B8DD-1569-70D2-A9C2-31A7FBD00F9F}"/>
              </a:ext>
            </a:extLst>
          </p:cNvPr>
          <p:cNvSpPr>
            <a:spLocks/>
          </p:cNvSpPr>
          <p:nvPr/>
        </p:nvSpPr>
        <p:spPr>
          <a:xfrm>
            <a:off x="8331166" y="59430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9DD9CD6-DC62-2A1C-07A9-BB89828FC735}"/>
              </a:ext>
            </a:extLst>
          </p:cNvPr>
          <p:cNvSpPr>
            <a:spLocks/>
          </p:cNvSpPr>
          <p:nvPr/>
        </p:nvSpPr>
        <p:spPr>
          <a:xfrm>
            <a:off x="8681183" y="59430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2E7FF5C-C0F2-892E-CD27-617173B1E4DF}"/>
              </a:ext>
            </a:extLst>
          </p:cNvPr>
          <p:cNvSpPr>
            <a:spLocks/>
          </p:cNvSpPr>
          <p:nvPr/>
        </p:nvSpPr>
        <p:spPr>
          <a:xfrm>
            <a:off x="8744485" y="59430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13DF0F4-20F1-8613-8783-2B2E908DD82D}"/>
              </a:ext>
            </a:extLst>
          </p:cNvPr>
          <p:cNvSpPr>
            <a:spLocks/>
          </p:cNvSpPr>
          <p:nvPr/>
        </p:nvSpPr>
        <p:spPr>
          <a:xfrm>
            <a:off x="8626229" y="59430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207B654-A68B-FA47-FF1B-C8ED4CB3C2CC}"/>
              </a:ext>
            </a:extLst>
          </p:cNvPr>
          <p:cNvSpPr>
            <a:spLocks/>
          </p:cNvSpPr>
          <p:nvPr/>
        </p:nvSpPr>
        <p:spPr>
          <a:xfrm>
            <a:off x="6259462" y="154866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CB390FE-84F9-13F1-4FF8-7E747A966E19}"/>
              </a:ext>
            </a:extLst>
          </p:cNvPr>
          <p:cNvSpPr>
            <a:spLocks/>
          </p:cNvSpPr>
          <p:nvPr/>
        </p:nvSpPr>
        <p:spPr>
          <a:xfrm>
            <a:off x="6649126" y="1900909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D934306-6BFA-4499-B49C-81F0517A7946}"/>
              </a:ext>
            </a:extLst>
          </p:cNvPr>
          <p:cNvSpPr>
            <a:spLocks/>
          </p:cNvSpPr>
          <p:nvPr/>
        </p:nvSpPr>
        <p:spPr>
          <a:xfrm>
            <a:off x="6649126" y="2827700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7DF0F0BB-48D0-0B06-7E88-D026845E9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484" y="2435291"/>
            <a:ext cx="164218" cy="164218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A918D89B-5D41-1DEE-5C2B-0EE9B59B9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318" y="2001213"/>
            <a:ext cx="164218" cy="16421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FD6114E2-17FA-92E7-9A8A-C5BBE2BE73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484" y="2905358"/>
            <a:ext cx="164218" cy="1642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F25FB02C-69FB-EE24-71EC-103F1E0DE3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669" y="3372286"/>
            <a:ext cx="178843" cy="178843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6E700D68-2E88-BB19-BD5E-0370C117F890}"/>
              </a:ext>
            </a:extLst>
          </p:cNvPr>
          <p:cNvSpPr>
            <a:spLocks/>
          </p:cNvSpPr>
          <p:nvPr/>
        </p:nvSpPr>
        <p:spPr>
          <a:xfrm>
            <a:off x="6649126" y="426501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C4913855-6549-FE73-D47D-C26270FBD9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573" y="4334901"/>
            <a:ext cx="168129" cy="168129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90ECE3A0-55F9-038C-180E-6690CEAC33DA}"/>
              </a:ext>
            </a:extLst>
          </p:cNvPr>
          <p:cNvSpPr>
            <a:spLocks/>
          </p:cNvSpPr>
          <p:nvPr/>
        </p:nvSpPr>
        <p:spPr>
          <a:xfrm>
            <a:off x="6649126" y="3783987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Hóa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đơn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D6A26A9-8259-50B7-744F-7F2724C6D7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6694686" y="3875945"/>
            <a:ext cx="176016" cy="176016"/>
          </a:xfrm>
          <a:prstGeom prst="rect">
            <a:avLst/>
          </a:prstGeom>
        </p:spPr>
      </p:pic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A2B5A7CD-BA1F-46C8-328A-CF8E33609C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888764"/>
              </p:ext>
            </p:extLst>
          </p:nvPr>
        </p:nvGraphicFramePr>
        <p:xfrm>
          <a:off x="6259462" y="694088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22" name="Action Button: Go Home 1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AE28F04-3E0D-2210-5CAA-7E2359CF252F}"/>
              </a:ext>
            </a:extLst>
          </p:cNvPr>
          <p:cNvSpPr>
            <a:spLocks/>
          </p:cNvSpPr>
          <p:nvPr/>
        </p:nvSpPr>
        <p:spPr>
          <a:xfrm>
            <a:off x="6373592" y="721326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3" name="Picture 122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7F44B63-1D0D-7D88-4A6B-D54054A2BE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466" y="979222"/>
            <a:ext cx="531887" cy="338256"/>
          </a:xfrm>
          <a:prstGeom prst="rect">
            <a:avLst/>
          </a:prstGeom>
        </p:spPr>
      </p:pic>
      <p:pic>
        <p:nvPicPr>
          <p:cNvPr id="124" name="Picture 123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6477B3A3-41DB-BEEE-9B22-D51CE29B48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664" y="971500"/>
            <a:ext cx="531887" cy="338256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13ECB0D-3E2A-BAF0-BA1C-CB171A09BB2E}"/>
              </a:ext>
            </a:extLst>
          </p:cNvPr>
          <p:cNvCxnSpPr>
            <a:cxnSpLocks/>
          </p:cNvCxnSpPr>
          <p:nvPr/>
        </p:nvCxnSpPr>
        <p:spPr>
          <a:xfrm>
            <a:off x="10539327" y="1864964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2C8A939-17AD-98ED-0858-5E47C1B3DAEF}"/>
              </a:ext>
            </a:extLst>
          </p:cNvPr>
          <p:cNvCxnSpPr>
            <a:cxnSpLocks/>
          </p:cNvCxnSpPr>
          <p:nvPr/>
        </p:nvCxnSpPr>
        <p:spPr>
          <a:xfrm>
            <a:off x="7475805" y="465761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0C6012C-7B59-1177-8484-039696E03835}"/>
              </a:ext>
            </a:extLst>
          </p:cNvPr>
          <p:cNvCxnSpPr>
            <a:cxnSpLocks/>
          </p:cNvCxnSpPr>
          <p:nvPr/>
        </p:nvCxnSpPr>
        <p:spPr>
          <a:xfrm>
            <a:off x="7453288" y="185810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EE02969-886C-5128-B702-46726B8C7D1D}"/>
              </a:ext>
            </a:extLst>
          </p:cNvPr>
          <p:cNvCxnSpPr>
            <a:cxnSpLocks/>
          </p:cNvCxnSpPr>
          <p:nvPr/>
        </p:nvCxnSpPr>
        <p:spPr>
          <a:xfrm>
            <a:off x="10600670" y="4663528"/>
            <a:ext cx="256032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E2E1BA7E-A94A-D939-F718-5BE9099A4FAF}"/>
              </a:ext>
            </a:extLst>
          </p:cNvPr>
          <p:cNvSpPr/>
          <p:nvPr/>
        </p:nvSpPr>
        <p:spPr>
          <a:xfrm>
            <a:off x="8978861" y="3008366"/>
            <a:ext cx="166856" cy="12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E95F438-E0D2-D722-D5C7-82A0C86E42AD}"/>
              </a:ext>
            </a:extLst>
          </p:cNvPr>
          <p:cNvSpPr/>
          <p:nvPr/>
        </p:nvSpPr>
        <p:spPr>
          <a:xfrm>
            <a:off x="9445497" y="1931773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8C038A0-B740-62FC-7791-28BF86729095}"/>
              </a:ext>
            </a:extLst>
          </p:cNvPr>
          <p:cNvSpPr/>
          <p:nvPr/>
        </p:nvSpPr>
        <p:spPr>
          <a:xfrm>
            <a:off x="10718238" y="1938214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C296CA4-E5DA-5207-59EF-C25C697508C6}"/>
              </a:ext>
            </a:extLst>
          </p:cNvPr>
          <p:cNvSpPr/>
          <p:nvPr/>
        </p:nvSpPr>
        <p:spPr>
          <a:xfrm>
            <a:off x="9447941" y="2235955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46" name="Table 145">
            <a:extLst>
              <a:ext uri="{FF2B5EF4-FFF2-40B4-BE49-F238E27FC236}">
                <a16:creationId xmlns:a16="http://schemas.microsoft.com/office/drawing/2014/main" id="{A20DDA0D-4382-54BF-CF53-D386B87C9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865222"/>
              </p:ext>
            </p:extLst>
          </p:nvPr>
        </p:nvGraphicFramePr>
        <p:xfrm>
          <a:off x="9425111" y="2647828"/>
          <a:ext cx="2448300" cy="180429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448300">
                  <a:extLst>
                    <a:ext uri="{9D8B030D-6E8A-4147-A177-3AD203B41FA5}">
                      <a16:colId xmlns:a16="http://schemas.microsoft.com/office/drawing/2014/main" val="2126689581"/>
                    </a:ext>
                  </a:extLst>
                </a:gridCol>
              </a:tblGrid>
              <a:tr h="902147">
                <a:tc>
                  <a:txBody>
                    <a:bodyPr/>
                    <a:lstStyle/>
                    <a:p>
                      <a:r>
                        <a:rPr lang="en-US" sz="600" i="1"/>
                        <a:t>Dịch vụ:</a:t>
                      </a:r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r>
                        <a:rPr lang="en-US" sz="800"/>
                        <a:t>        GoLang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78913"/>
                  </a:ext>
                </a:extLst>
              </a:tr>
              <a:tr h="902147">
                <a:tc>
                  <a:txBody>
                    <a:bodyPr/>
                    <a:lstStyle/>
                    <a:p>
                      <a:r>
                        <a:rPr lang="en-US" sz="600" b="1" i="1"/>
                        <a:t>Dịch vụ:</a:t>
                      </a:r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r>
                        <a:rPr lang="en-US" sz="700" b="1"/>
                        <a:t>          </a:t>
                      </a:r>
                      <a:r>
                        <a:rPr lang="en-US" sz="800" b="1"/>
                        <a:t>React Js</a:t>
                      </a:r>
                      <a:endParaRPr lang="en-US" sz="800" b="1" i="1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730475"/>
                  </a:ext>
                </a:extLst>
              </a:tr>
            </a:tbl>
          </a:graphicData>
        </a:graphic>
      </p:graphicFrame>
      <p:pic>
        <p:nvPicPr>
          <p:cNvPr id="147" name="Picture 146" descr="A cartoon of a blue mouse&#10;&#10;AI-generated content may be incorrect.">
            <a:extLst>
              <a:ext uri="{FF2B5EF4-FFF2-40B4-BE49-F238E27FC236}">
                <a16:creationId xmlns:a16="http://schemas.microsoft.com/office/drawing/2014/main" id="{021F45F2-FCF9-270E-BE8C-C342809734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294" y="2909835"/>
            <a:ext cx="249865" cy="340085"/>
          </a:xfrm>
          <a:prstGeom prst="rect">
            <a:avLst/>
          </a:prstGeom>
        </p:spPr>
      </p:pic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AF74ED61-6F75-A7D8-E1EC-07C325E7FCBF}"/>
              </a:ext>
            </a:extLst>
          </p:cNvPr>
          <p:cNvSpPr/>
          <p:nvPr/>
        </p:nvSpPr>
        <p:spPr>
          <a:xfrm>
            <a:off x="10210800" y="2755483"/>
            <a:ext cx="889035" cy="714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>
                <a:solidFill>
                  <a:schemeClr val="tx1"/>
                </a:solidFill>
              </a:rPr>
              <a:t>ĐINH VIẾT VŨ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07E04F-9B85-DEE9-AF7A-9BFDC771B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453" y="2812361"/>
            <a:ext cx="456785" cy="4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Rectangle 149">
            <a:extLst>
              <a:ext uri="{FF2B5EF4-FFF2-40B4-BE49-F238E27FC236}">
                <a16:creationId xmlns:a16="http://schemas.microsoft.com/office/drawing/2014/main" id="{1B803C8B-87DC-28B4-E55B-BD31D5D3F073}"/>
              </a:ext>
            </a:extLst>
          </p:cNvPr>
          <p:cNvSpPr/>
          <p:nvPr/>
        </p:nvSpPr>
        <p:spPr>
          <a:xfrm>
            <a:off x="11216253" y="2848692"/>
            <a:ext cx="579345" cy="16346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i="1">
                <a:solidFill>
                  <a:schemeClr val="tx1"/>
                </a:solidFill>
              </a:rPr>
              <a:t>Trạng thái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8285B80-F239-479F-7E44-430CADB7C705}"/>
              </a:ext>
            </a:extLst>
          </p:cNvPr>
          <p:cNvSpPr/>
          <p:nvPr/>
        </p:nvSpPr>
        <p:spPr>
          <a:xfrm>
            <a:off x="11216640" y="3018668"/>
            <a:ext cx="578958" cy="3335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accent6"/>
                </a:solidFill>
              </a:rPr>
              <a:t>Hoàn thành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A904C93F-ECC5-B28F-C302-B7ABFF644354}"/>
              </a:ext>
            </a:extLst>
          </p:cNvPr>
          <p:cNvSpPr/>
          <p:nvPr/>
        </p:nvSpPr>
        <p:spPr>
          <a:xfrm>
            <a:off x="10210800" y="3676201"/>
            <a:ext cx="889035" cy="714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>
                <a:solidFill>
                  <a:schemeClr val="tx1"/>
                </a:solidFill>
              </a:rPr>
              <a:t>ĐINH VIẾT VŨ</a:t>
            </a:r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99C51035-B3F9-88DD-4E99-7785E3D29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453" y="3733079"/>
            <a:ext cx="456785" cy="4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B08F31A1-766F-421F-5D63-DFD964CED9D1}"/>
              </a:ext>
            </a:extLst>
          </p:cNvPr>
          <p:cNvSpPr/>
          <p:nvPr/>
        </p:nvSpPr>
        <p:spPr>
          <a:xfrm>
            <a:off x="11216253" y="3769410"/>
            <a:ext cx="579345" cy="16346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i="1">
                <a:solidFill>
                  <a:schemeClr val="tx1"/>
                </a:solidFill>
              </a:rPr>
              <a:t>Trạng thái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F8C9BFA-A18A-85B4-6662-E265F4320C18}"/>
              </a:ext>
            </a:extLst>
          </p:cNvPr>
          <p:cNvSpPr/>
          <p:nvPr/>
        </p:nvSpPr>
        <p:spPr>
          <a:xfrm>
            <a:off x="11216640" y="3939386"/>
            <a:ext cx="578958" cy="3335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accent6"/>
                </a:solidFill>
              </a:rPr>
              <a:t>Hoàn thành</a:t>
            </a:r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831F5C6E-F86C-4195-9D13-847443E45C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545" y="3733079"/>
            <a:ext cx="504767" cy="486694"/>
          </a:xfrm>
          <a:prstGeom prst="rect">
            <a:avLst/>
          </a:prstGeom>
        </p:spPr>
      </p:pic>
      <p:pic>
        <p:nvPicPr>
          <p:cNvPr id="165" name="Picture 164" descr="A cartoon of a person&#10;&#10;AI-generated content may be incorrect.">
            <a:extLst>
              <a:ext uri="{FF2B5EF4-FFF2-40B4-BE49-F238E27FC236}">
                <a16:creationId xmlns:a16="http://schemas.microsoft.com/office/drawing/2014/main" id="{55366696-3953-2FB1-F419-9AC482707E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553" y="1969933"/>
            <a:ext cx="659980" cy="659980"/>
          </a:xfrm>
          <a:prstGeom prst="rect">
            <a:avLst/>
          </a:prstGeom>
        </p:spPr>
      </p:pic>
      <p:graphicFrame>
        <p:nvGraphicFramePr>
          <p:cNvPr id="166" name="Table 165">
            <a:extLst>
              <a:ext uri="{FF2B5EF4-FFF2-40B4-BE49-F238E27FC236}">
                <a16:creationId xmlns:a16="http://schemas.microsoft.com/office/drawing/2014/main" id="{7B36E16D-F59C-905A-C3E5-A76A867E5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09433"/>
              </p:ext>
            </p:extLst>
          </p:nvPr>
        </p:nvGraphicFramePr>
        <p:xfrm>
          <a:off x="3312257" y="2842411"/>
          <a:ext cx="2497393" cy="1512165"/>
        </p:xfrm>
        <a:graphic>
          <a:graphicData uri="http://schemas.openxmlformats.org/drawingml/2006/table">
            <a:tbl>
              <a:tblPr bandRow="1">
                <a:tableStyleId>{1E171933-4619-4E11-9A3F-F7608DF75F80}</a:tableStyleId>
              </a:tblPr>
              <a:tblGrid>
                <a:gridCol w="1832767">
                  <a:extLst>
                    <a:ext uri="{9D8B030D-6E8A-4147-A177-3AD203B41FA5}">
                      <a16:colId xmlns:a16="http://schemas.microsoft.com/office/drawing/2014/main" val="1343471388"/>
                    </a:ext>
                  </a:extLst>
                </a:gridCol>
                <a:gridCol w="664626">
                  <a:extLst>
                    <a:ext uri="{9D8B030D-6E8A-4147-A177-3AD203B41FA5}">
                      <a16:colId xmlns:a16="http://schemas.microsoft.com/office/drawing/2014/main" val="2749369244"/>
                    </a:ext>
                  </a:extLst>
                </a:gridCol>
              </a:tblGrid>
              <a:tr h="399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Họ và tên: </a:t>
                      </a:r>
                      <a:r>
                        <a:rPr lang="en-US" sz="700"/>
                        <a:t>Đinh Viết Vũ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86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Email: </a:t>
                      </a:r>
                      <a:r>
                        <a:rPr lang="en-US" sz="700">
                          <a:hlinkClick r:id="rId16"/>
                        </a:rPr>
                        <a:t>dinhvietvu15032004bn@gmail.com</a:t>
                      </a:r>
                      <a:endParaRPr 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56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Số điện thoại: 0394025628 |…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281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Địa chỉ: </a:t>
                      </a:r>
                      <a:r>
                        <a:rPr lang="en-US" sz="800"/>
                        <a:t>Gia Bình – Bắc Ninh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072779"/>
                  </a:ext>
                </a:extLst>
              </a:tr>
            </a:tbl>
          </a:graphicData>
        </a:graphic>
      </p:graphicFrame>
      <p:graphicFrame>
        <p:nvGraphicFramePr>
          <p:cNvPr id="169" name="Table 168">
            <a:extLst>
              <a:ext uri="{FF2B5EF4-FFF2-40B4-BE49-F238E27FC236}">
                <a16:creationId xmlns:a16="http://schemas.microsoft.com/office/drawing/2014/main" id="{4DC7B77A-7771-81C5-2D15-836A88DCB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08604"/>
              </p:ext>
            </p:extLst>
          </p:nvPr>
        </p:nvGraphicFramePr>
        <p:xfrm>
          <a:off x="4213074" y="2019732"/>
          <a:ext cx="1458172" cy="5267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8172">
                  <a:extLst>
                    <a:ext uri="{9D8B030D-6E8A-4147-A177-3AD203B41FA5}">
                      <a16:colId xmlns:a16="http://schemas.microsoft.com/office/drawing/2014/main" val="1358355925"/>
                    </a:ext>
                  </a:extLst>
                </a:gridCol>
              </a:tblGrid>
              <a:tr h="2523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solidFill>
                            <a:schemeClr val="bg1"/>
                          </a:solidFill>
                        </a:rPr>
                        <a:t>Họ và Tên: Đinh Viết Vũ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37314"/>
                  </a:ext>
                </a:extLst>
              </a:tr>
              <a:tr h="2523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>
                          <a:solidFill>
                            <a:schemeClr val="bg1"/>
                          </a:solidFill>
                        </a:rPr>
                        <a:t>Email:</a:t>
                      </a:r>
                    </a:p>
                    <a:p>
                      <a:r>
                        <a:rPr lang="en-US" sz="600">
                          <a:hlinkClick r:id="rId16"/>
                        </a:rPr>
                        <a:t>dinhvietvu15032004bn@gmail.com</a:t>
                      </a:r>
                      <a:endParaRPr lang="en-US" sz="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680363"/>
                  </a:ext>
                </a:extLst>
              </a:tr>
            </a:tbl>
          </a:graphicData>
        </a:graphic>
      </p:graphicFrame>
      <p:pic>
        <p:nvPicPr>
          <p:cNvPr id="172" name="Picture 171">
            <a:extLst>
              <a:ext uri="{FF2B5EF4-FFF2-40B4-BE49-F238E27FC236}">
                <a16:creationId xmlns:a16="http://schemas.microsoft.com/office/drawing/2014/main" id="{D2C4A7D9-6A3F-37CF-287B-9AA45B66D4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2099" y="2930758"/>
            <a:ext cx="221342" cy="221342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13E1C969-334F-13B9-3C80-62EE7032A1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904" y="4062651"/>
            <a:ext cx="221342" cy="221342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3A98FE62-D2BE-154F-58BD-0E9B742C2F7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8547" y="3683552"/>
            <a:ext cx="192699" cy="192699"/>
          </a:xfrm>
          <a:prstGeom prst="rect">
            <a:avLst/>
          </a:prstGeom>
        </p:spPr>
      </p:pic>
      <p:sp>
        <p:nvSpPr>
          <p:cNvPr id="182" name="TextBox 181">
            <a:extLst>
              <a:ext uri="{FF2B5EF4-FFF2-40B4-BE49-F238E27FC236}">
                <a16:creationId xmlns:a16="http://schemas.microsoft.com/office/drawing/2014/main" id="{D4C77796-C367-E8FA-DEF7-08ECB6347D8D}"/>
              </a:ext>
            </a:extLst>
          </p:cNvPr>
          <p:cNvSpPr txBox="1"/>
          <p:nvPr/>
        </p:nvSpPr>
        <p:spPr>
          <a:xfrm>
            <a:off x="11327148" y="4309228"/>
            <a:ext cx="59927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17:13 04/10/2025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A06CC31-E971-6A23-A184-CBE53ACFFE6C}"/>
              </a:ext>
            </a:extLst>
          </p:cNvPr>
          <p:cNvSpPr txBox="1"/>
          <p:nvPr/>
        </p:nvSpPr>
        <p:spPr>
          <a:xfrm>
            <a:off x="11327148" y="3394304"/>
            <a:ext cx="59927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17:13 04/10/2025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ED2AB-84FA-495C-2828-F8AD39AF3D24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167294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F5DF-7CE4-DE67-EB07-75E05725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BD93BC-5CF3-7958-35FE-3367C94FA594}"/>
              </a:ext>
            </a:extLst>
          </p:cNvPr>
          <p:cNvSpPr>
            <a:spLocks/>
          </p:cNvSpPr>
          <p:nvPr/>
        </p:nvSpPr>
        <p:spPr>
          <a:xfrm>
            <a:off x="4211835" y="492688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1F640-5C65-5C1C-1ABF-F6BACE151A90}"/>
              </a:ext>
            </a:extLst>
          </p:cNvPr>
          <p:cNvSpPr>
            <a:spLocks/>
          </p:cNvSpPr>
          <p:nvPr/>
        </p:nvSpPr>
        <p:spPr>
          <a:xfrm>
            <a:off x="4249807" y="127895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F81C5D-DCEA-25B7-B2E5-E2B7F9E0ADDD}"/>
              </a:ext>
            </a:extLst>
          </p:cNvPr>
          <p:cNvSpPr>
            <a:spLocks/>
          </p:cNvSpPr>
          <p:nvPr/>
        </p:nvSpPr>
        <p:spPr>
          <a:xfrm>
            <a:off x="4202002" y="467077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F6128-DC7B-DAAB-AAB0-430D44B3B5CC}"/>
              </a:ext>
            </a:extLst>
          </p:cNvPr>
          <p:cNvSpPr txBox="1">
            <a:spLocks/>
          </p:cNvSpPr>
          <p:nvPr/>
        </p:nvSpPr>
        <p:spPr>
          <a:xfrm>
            <a:off x="4303305" y="474864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6D3EB8-35B6-9B2D-A4E9-645B12A923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775605"/>
              </p:ext>
            </p:extLst>
          </p:nvPr>
        </p:nvGraphicFramePr>
        <p:xfrm>
          <a:off x="4285965" y="6069672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D2DAF9F1-52EC-63C0-316F-82357E7A0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25" y="6125234"/>
            <a:ext cx="113057" cy="113057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7A85BF8D-E1D1-CD29-2449-8FFBF53EC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38" y="6098317"/>
            <a:ext cx="324459" cy="1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A0BCEBC-0E30-9DF4-3A41-448C0440D125}"/>
              </a:ext>
            </a:extLst>
          </p:cNvPr>
          <p:cNvSpPr>
            <a:spLocks/>
          </p:cNvSpPr>
          <p:nvPr/>
        </p:nvSpPr>
        <p:spPr>
          <a:xfrm>
            <a:off x="6321511" y="55368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383561B-BC72-8388-3A7A-5F35CE8DEE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650213"/>
              </p:ext>
            </p:extLst>
          </p:nvPr>
        </p:nvGraphicFramePr>
        <p:xfrm>
          <a:off x="4238505" y="64247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D263116-8E72-F285-58B4-4B5359E30083}"/>
              </a:ext>
            </a:extLst>
          </p:cNvPr>
          <p:cNvSpPr>
            <a:spLocks/>
          </p:cNvSpPr>
          <p:nvPr/>
        </p:nvSpPr>
        <p:spPr>
          <a:xfrm>
            <a:off x="4352635" y="66971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59C2E2-953B-7FB6-89C7-8A9C7403EB7C}"/>
              </a:ext>
            </a:extLst>
          </p:cNvPr>
          <p:cNvSpPr>
            <a:spLocks/>
          </p:cNvSpPr>
          <p:nvPr/>
        </p:nvSpPr>
        <p:spPr>
          <a:xfrm>
            <a:off x="6671528" y="55368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631013-E0BD-1AA4-EC80-1FEDE648EC1E}"/>
              </a:ext>
            </a:extLst>
          </p:cNvPr>
          <p:cNvSpPr>
            <a:spLocks/>
          </p:cNvSpPr>
          <p:nvPr/>
        </p:nvSpPr>
        <p:spPr>
          <a:xfrm>
            <a:off x="6734830" y="55368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A31E23-18A0-3282-1779-FBBEF181725D}"/>
              </a:ext>
            </a:extLst>
          </p:cNvPr>
          <p:cNvSpPr>
            <a:spLocks/>
          </p:cNvSpPr>
          <p:nvPr/>
        </p:nvSpPr>
        <p:spPr>
          <a:xfrm>
            <a:off x="6616574" y="55368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101717-0EF3-D768-17A7-E9C5F6695906}"/>
              </a:ext>
            </a:extLst>
          </p:cNvPr>
          <p:cNvSpPr>
            <a:spLocks/>
          </p:cNvSpPr>
          <p:nvPr/>
        </p:nvSpPr>
        <p:spPr>
          <a:xfrm>
            <a:off x="4249807" y="150804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7E9CD8-DE9A-499C-A426-F03E5752A561}"/>
              </a:ext>
            </a:extLst>
          </p:cNvPr>
          <p:cNvSpPr>
            <a:spLocks/>
          </p:cNvSpPr>
          <p:nvPr/>
        </p:nvSpPr>
        <p:spPr>
          <a:xfrm>
            <a:off x="1128628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6B4155-3AB1-4901-B216-53D91F5AD69A}"/>
              </a:ext>
            </a:extLst>
          </p:cNvPr>
          <p:cNvSpPr>
            <a:spLocks/>
          </p:cNvSpPr>
          <p:nvPr/>
        </p:nvSpPr>
        <p:spPr>
          <a:xfrm>
            <a:off x="1556264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EB1D54-0497-2821-8081-9B6469675753}"/>
              </a:ext>
            </a:extLst>
          </p:cNvPr>
          <p:cNvSpPr>
            <a:spLocks/>
          </p:cNvSpPr>
          <p:nvPr/>
        </p:nvSpPr>
        <p:spPr>
          <a:xfrm>
            <a:off x="1556264" y="3248275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471502-9742-7C64-4DAC-DB9FF624D575}"/>
              </a:ext>
            </a:extLst>
          </p:cNvPr>
          <p:cNvSpPr>
            <a:spLocks/>
          </p:cNvSpPr>
          <p:nvPr/>
        </p:nvSpPr>
        <p:spPr>
          <a:xfrm>
            <a:off x="1166600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1948D44-893E-EC90-4AFD-646E807E5FDF}"/>
              </a:ext>
            </a:extLst>
          </p:cNvPr>
          <p:cNvSpPr>
            <a:spLocks/>
          </p:cNvSpPr>
          <p:nvPr/>
        </p:nvSpPr>
        <p:spPr>
          <a:xfrm>
            <a:off x="1118795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F434FF-0174-FCAA-C9DC-FBCE8DDB1823}"/>
              </a:ext>
            </a:extLst>
          </p:cNvPr>
          <p:cNvSpPr txBox="1">
            <a:spLocks/>
          </p:cNvSpPr>
          <p:nvPr/>
        </p:nvSpPr>
        <p:spPr>
          <a:xfrm>
            <a:off x="1220098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8C671F57-DA04-F524-5350-0ED6A4206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836244"/>
              </p:ext>
            </p:extLst>
          </p:nvPr>
        </p:nvGraphicFramePr>
        <p:xfrm>
          <a:off x="1229930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69" name="Picture 6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3A058832-4F63-1682-5B02-10E77CFC3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918" y="6114946"/>
            <a:ext cx="113057" cy="113057"/>
          </a:xfrm>
          <a:prstGeom prst="rect">
            <a:avLst/>
          </a:prstGeom>
        </p:spPr>
      </p:pic>
      <p:pic>
        <p:nvPicPr>
          <p:cNvPr id="71" name="Picture 70" descr="A blue and white logo&#10;&#10;AI-generated content may be incorrect.">
            <a:extLst>
              <a:ext uri="{FF2B5EF4-FFF2-40B4-BE49-F238E27FC236}">
                <a16:creationId xmlns:a16="http://schemas.microsoft.com/office/drawing/2014/main" id="{33E658EE-54AC-5177-D774-623C31B82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31" y="6088029"/>
            <a:ext cx="324459" cy="16200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292F953A-3B4F-F273-27EC-D6A57B05829B}"/>
              </a:ext>
            </a:extLst>
          </p:cNvPr>
          <p:cNvSpPr>
            <a:spLocks/>
          </p:cNvSpPr>
          <p:nvPr/>
        </p:nvSpPr>
        <p:spPr>
          <a:xfrm>
            <a:off x="3238304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290539C-AA4E-BD59-85D7-37077697AF87}"/>
              </a:ext>
            </a:extLst>
          </p:cNvPr>
          <p:cNvSpPr>
            <a:spLocks/>
          </p:cNvSpPr>
          <p:nvPr/>
        </p:nvSpPr>
        <p:spPr>
          <a:xfrm>
            <a:off x="3588321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4B2CAE-53C6-BCE3-CFDC-01BBA333D369}"/>
              </a:ext>
            </a:extLst>
          </p:cNvPr>
          <p:cNvSpPr>
            <a:spLocks/>
          </p:cNvSpPr>
          <p:nvPr/>
        </p:nvSpPr>
        <p:spPr>
          <a:xfrm>
            <a:off x="3651623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105D34B-5130-77DB-D2EC-413371DA7C51}"/>
              </a:ext>
            </a:extLst>
          </p:cNvPr>
          <p:cNvSpPr>
            <a:spLocks/>
          </p:cNvSpPr>
          <p:nvPr/>
        </p:nvSpPr>
        <p:spPr>
          <a:xfrm>
            <a:off x="3533367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5D37AB2-F750-4928-3ED5-1A7BCE9395B0}"/>
              </a:ext>
            </a:extLst>
          </p:cNvPr>
          <p:cNvSpPr>
            <a:spLocks/>
          </p:cNvSpPr>
          <p:nvPr/>
        </p:nvSpPr>
        <p:spPr>
          <a:xfrm>
            <a:off x="1166600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383C47B-F7AE-4626-D3F8-52DA305AC466}"/>
              </a:ext>
            </a:extLst>
          </p:cNvPr>
          <p:cNvSpPr>
            <a:spLocks/>
          </p:cNvSpPr>
          <p:nvPr/>
        </p:nvSpPr>
        <p:spPr>
          <a:xfrm>
            <a:off x="1556264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0B562A0-F96E-2146-70FA-84F6CA25421B}"/>
              </a:ext>
            </a:extLst>
          </p:cNvPr>
          <p:cNvSpPr>
            <a:spLocks/>
          </p:cNvSpPr>
          <p:nvPr/>
        </p:nvSpPr>
        <p:spPr>
          <a:xfrm>
            <a:off x="1556264" y="2776792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EE03CB0-E15D-09B4-56B0-4F896A257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22" y="2384383"/>
            <a:ext cx="164218" cy="164218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3C88708-E870-7F2B-A421-DD34AF2B1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456" y="1950305"/>
            <a:ext cx="164218" cy="16421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719ED3FE-0D39-ED54-8B9A-ECE1C7D351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3622" y="2854450"/>
            <a:ext cx="164218" cy="1642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5ACD5252-C16E-8950-F981-2E846F15DC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4807" y="3321378"/>
            <a:ext cx="178843" cy="178843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ACC2449A-5340-1137-4EE4-8F215603A800}"/>
              </a:ext>
            </a:extLst>
          </p:cNvPr>
          <p:cNvSpPr>
            <a:spLocks/>
          </p:cNvSpPr>
          <p:nvPr/>
        </p:nvSpPr>
        <p:spPr>
          <a:xfrm>
            <a:off x="1556264" y="4214107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F838CFB-A18F-952B-0C96-81192582B7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711" y="4283993"/>
            <a:ext cx="168129" cy="168129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B5D93203-5ED0-CD22-EB96-75B7A4DEA746}"/>
              </a:ext>
            </a:extLst>
          </p:cNvPr>
          <p:cNvSpPr>
            <a:spLocks/>
          </p:cNvSpPr>
          <p:nvPr/>
        </p:nvSpPr>
        <p:spPr>
          <a:xfrm>
            <a:off x="1556264" y="3733079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Hóa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đơn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2AE7B5C0-4C99-0F7F-00E0-25398D9F5F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601824" y="3825037"/>
            <a:ext cx="176016" cy="176016"/>
          </a:xfrm>
          <a:prstGeom prst="rect">
            <a:avLst/>
          </a:prstGeom>
        </p:spPr>
      </p:pic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60C88D4C-00F6-824E-DA87-90BBCA6405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0725754"/>
              </p:ext>
            </p:extLst>
          </p:nvPr>
        </p:nvGraphicFramePr>
        <p:xfrm>
          <a:off x="1166600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22" name="Action Button: Go Home 1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B1BA760-CE30-99B6-2428-1200B5834F6C}"/>
              </a:ext>
            </a:extLst>
          </p:cNvPr>
          <p:cNvSpPr>
            <a:spLocks/>
          </p:cNvSpPr>
          <p:nvPr/>
        </p:nvSpPr>
        <p:spPr>
          <a:xfrm>
            <a:off x="1280730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3" name="Picture 122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64F83428-C12B-2849-BCEF-E2DA9A702E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604" y="928314"/>
            <a:ext cx="531887" cy="338256"/>
          </a:xfrm>
          <a:prstGeom prst="rect">
            <a:avLst/>
          </a:prstGeom>
        </p:spPr>
      </p:pic>
      <p:pic>
        <p:nvPicPr>
          <p:cNvPr id="124" name="Picture 123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FB785F0C-E082-5A96-36D4-2FD3C1B49E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802" y="920592"/>
            <a:ext cx="531887" cy="338256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2F4DCEC-71C1-C3F4-9E55-5685F10801B9}"/>
              </a:ext>
            </a:extLst>
          </p:cNvPr>
          <p:cNvCxnSpPr>
            <a:cxnSpLocks/>
          </p:cNvCxnSpPr>
          <p:nvPr/>
        </p:nvCxnSpPr>
        <p:spPr>
          <a:xfrm>
            <a:off x="5446465" y="18140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FAD3C8-3766-80B9-13D2-7FAB47F6CB72}"/>
              </a:ext>
            </a:extLst>
          </p:cNvPr>
          <p:cNvCxnSpPr>
            <a:cxnSpLocks/>
          </p:cNvCxnSpPr>
          <p:nvPr/>
        </p:nvCxnSpPr>
        <p:spPr>
          <a:xfrm>
            <a:off x="2382943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F69DF0D-A0CB-3210-C867-3FB7E99E272C}"/>
              </a:ext>
            </a:extLst>
          </p:cNvPr>
          <p:cNvCxnSpPr>
            <a:cxnSpLocks/>
          </p:cNvCxnSpPr>
          <p:nvPr/>
        </p:nvCxnSpPr>
        <p:spPr>
          <a:xfrm>
            <a:off x="2360426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4481411-AC17-D78B-EA91-BA4DF13F9C96}"/>
              </a:ext>
            </a:extLst>
          </p:cNvPr>
          <p:cNvCxnSpPr>
            <a:cxnSpLocks/>
          </p:cNvCxnSpPr>
          <p:nvPr/>
        </p:nvCxnSpPr>
        <p:spPr>
          <a:xfrm>
            <a:off x="5507808" y="4612620"/>
            <a:ext cx="256032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2187D367-C8CC-FAEB-7477-D19C37B0E393}"/>
              </a:ext>
            </a:extLst>
          </p:cNvPr>
          <p:cNvSpPr/>
          <p:nvPr/>
        </p:nvSpPr>
        <p:spPr>
          <a:xfrm>
            <a:off x="3922874" y="2957458"/>
            <a:ext cx="166856" cy="12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3022C99C-06BC-5DC8-B461-5A18E67EE573}"/>
              </a:ext>
            </a:extLst>
          </p:cNvPr>
          <p:cNvSpPr/>
          <p:nvPr/>
        </p:nvSpPr>
        <p:spPr>
          <a:xfrm>
            <a:off x="4352635" y="1880865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CB88648D-AA3D-B240-0342-5391DD4C6C94}"/>
              </a:ext>
            </a:extLst>
          </p:cNvPr>
          <p:cNvSpPr/>
          <p:nvPr/>
        </p:nvSpPr>
        <p:spPr>
          <a:xfrm>
            <a:off x="5625376" y="1887306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4029747-13DA-91FC-B4F7-2873F179041A}"/>
              </a:ext>
            </a:extLst>
          </p:cNvPr>
          <p:cNvSpPr/>
          <p:nvPr/>
        </p:nvSpPr>
        <p:spPr>
          <a:xfrm>
            <a:off x="4355079" y="2185047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46" name="Table 145">
            <a:extLst>
              <a:ext uri="{FF2B5EF4-FFF2-40B4-BE49-F238E27FC236}">
                <a16:creationId xmlns:a16="http://schemas.microsoft.com/office/drawing/2014/main" id="{3BE9B161-F9B5-487E-FAFB-D4704AD89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94157"/>
              </p:ext>
            </p:extLst>
          </p:nvPr>
        </p:nvGraphicFramePr>
        <p:xfrm>
          <a:off x="4332249" y="2596920"/>
          <a:ext cx="2448300" cy="180429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448300">
                  <a:extLst>
                    <a:ext uri="{9D8B030D-6E8A-4147-A177-3AD203B41FA5}">
                      <a16:colId xmlns:a16="http://schemas.microsoft.com/office/drawing/2014/main" val="2126689581"/>
                    </a:ext>
                  </a:extLst>
                </a:gridCol>
              </a:tblGrid>
              <a:tr h="902147">
                <a:tc>
                  <a:txBody>
                    <a:bodyPr/>
                    <a:lstStyle/>
                    <a:p>
                      <a:r>
                        <a:rPr lang="en-US" sz="600" i="1"/>
                        <a:t>Dịch vụ:</a:t>
                      </a:r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endParaRPr lang="en-US" sz="800"/>
                    </a:p>
                    <a:p>
                      <a:r>
                        <a:rPr lang="en-US" sz="800"/>
                        <a:t>        GoLang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778913"/>
                  </a:ext>
                </a:extLst>
              </a:tr>
              <a:tr h="902147">
                <a:tc>
                  <a:txBody>
                    <a:bodyPr/>
                    <a:lstStyle/>
                    <a:p>
                      <a:r>
                        <a:rPr lang="en-US" sz="600" b="1" i="1"/>
                        <a:t>Dịch vụ:</a:t>
                      </a:r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endParaRPr lang="en-US" sz="700" b="1"/>
                    </a:p>
                    <a:p>
                      <a:r>
                        <a:rPr lang="en-US" sz="700" b="1"/>
                        <a:t>          React Js</a:t>
                      </a:r>
                      <a:endParaRPr lang="en-US" sz="600" b="1" i="1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730475"/>
                  </a:ext>
                </a:extLst>
              </a:tr>
            </a:tbl>
          </a:graphicData>
        </a:graphic>
      </p:graphicFrame>
      <p:pic>
        <p:nvPicPr>
          <p:cNvPr id="147" name="Picture 146" descr="A cartoon of a blue mouse&#10;&#10;AI-generated content may be incorrect.">
            <a:extLst>
              <a:ext uri="{FF2B5EF4-FFF2-40B4-BE49-F238E27FC236}">
                <a16:creationId xmlns:a16="http://schemas.microsoft.com/office/drawing/2014/main" id="{13E19091-6C72-4CE0-A073-1D6C6F9DAE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432" y="2858927"/>
            <a:ext cx="249865" cy="340085"/>
          </a:xfrm>
          <a:prstGeom prst="rect">
            <a:avLst/>
          </a:prstGeom>
        </p:spPr>
      </p:pic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9644B9AC-245D-6B27-B01E-A110CED1C1FF}"/>
              </a:ext>
            </a:extLst>
          </p:cNvPr>
          <p:cNvSpPr/>
          <p:nvPr/>
        </p:nvSpPr>
        <p:spPr>
          <a:xfrm>
            <a:off x="5117938" y="2704575"/>
            <a:ext cx="889035" cy="714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>
                <a:solidFill>
                  <a:schemeClr val="tx1"/>
                </a:solidFill>
              </a:rPr>
              <a:t>ĐINH VIẾT VŨ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1E2504-B3CA-0811-4AB4-5D44282C4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591" y="2761453"/>
            <a:ext cx="456785" cy="4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Rectangle 149">
            <a:extLst>
              <a:ext uri="{FF2B5EF4-FFF2-40B4-BE49-F238E27FC236}">
                <a16:creationId xmlns:a16="http://schemas.microsoft.com/office/drawing/2014/main" id="{8BC6292B-3F87-7279-B3BE-E7DB6401DA8C}"/>
              </a:ext>
            </a:extLst>
          </p:cNvPr>
          <p:cNvSpPr/>
          <p:nvPr/>
        </p:nvSpPr>
        <p:spPr>
          <a:xfrm>
            <a:off x="6123391" y="2797784"/>
            <a:ext cx="579345" cy="16346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i="1">
                <a:solidFill>
                  <a:schemeClr val="tx1"/>
                </a:solidFill>
              </a:rPr>
              <a:t>Trạng thái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BB5DD89-FE6B-C738-BA1B-69517EAC8444}"/>
              </a:ext>
            </a:extLst>
          </p:cNvPr>
          <p:cNvSpPr/>
          <p:nvPr/>
        </p:nvSpPr>
        <p:spPr>
          <a:xfrm>
            <a:off x="6123778" y="2967760"/>
            <a:ext cx="578958" cy="3335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accent6"/>
                </a:solidFill>
              </a:rPr>
              <a:t>Hoàn thành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0105187C-E5FA-05F4-960B-CBF0503C564E}"/>
              </a:ext>
            </a:extLst>
          </p:cNvPr>
          <p:cNvSpPr/>
          <p:nvPr/>
        </p:nvSpPr>
        <p:spPr>
          <a:xfrm>
            <a:off x="5117938" y="3625293"/>
            <a:ext cx="889035" cy="714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>
                <a:solidFill>
                  <a:schemeClr val="tx1"/>
                </a:solidFill>
              </a:rPr>
              <a:t>ĐINH VIẾT VŨ</a:t>
            </a:r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7712CF74-B509-0826-09F6-698D2A885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591" y="3682171"/>
            <a:ext cx="456785" cy="4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0EFA0D72-5AB6-6F52-4D99-885636A077F9}"/>
              </a:ext>
            </a:extLst>
          </p:cNvPr>
          <p:cNvSpPr/>
          <p:nvPr/>
        </p:nvSpPr>
        <p:spPr>
          <a:xfrm>
            <a:off x="6123391" y="3718502"/>
            <a:ext cx="579345" cy="16346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i="1">
                <a:solidFill>
                  <a:schemeClr val="tx1"/>
                </a:solidFill>
              </a:rPr>
              <a:t>Trạng thái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9B5AA32-C284-99DC-EFF6-DE88821095D0}"/>
              </a:ext>
            </a:extLst>
          </p:cNvPr>
          <p:cNvSpPr/>
          <p:nvPr/>
        </p:nvSpPr>
        <p:spPr>
          <a:xfrm>
            <a:off x="6123778" y="3888478"/>
            <a:ext cx="578958" cy="3335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chemeClr val="accent6"/>
                </a:solidFill>
              </a:rPr>
              <a:t>Hoàn thành</a:t>
            </a:r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EC5072FF-C83D-2B3C-D4B4-45D34120AD1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683" y="3682171"/>
            <a:ext cx="504767" cy="4866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B40C4D-9E05-6424-ED85-83E4D8B35A6D}"/>
              </a:ext>
            </a:extLst>
          </p:cNvPr>
          <p:cNvSpPr txBox="1"/>
          <p:nvPr/>
        </p:nvSpPr>
        <p:spPr>
          <a:xfrm>
            <a:off x="6224614" y="3371993"/>
            <a:ext cx="6616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17:13 04/10/2025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49C8F-C845-E625-5871-755B9875FD48}"/>
              </a:ext>
            </a:extLst>
          </p:cNvPr>
          <p:cNvSpPr txBox="1"/>
          <p:nvPr/>
        </p:nvSpPr>
        <p:spPr>
          <a:xfrm>
            <a:off x="6239274" y="4253838"/>
            <a:ext cx="6616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17:13 04/10/2025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15718-D5F0-C576-5356-57A4F1197854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00FFFF"/>
                </a:highlight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206857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716A-6762-D246-8430-10653B5F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43CCC30-710D-E5F5-B50A-5685D071255C}"/>
              </a:ext>
            </a:extLst>
          </p:cNvPr>
          <p:cNvSpPr>
            <a:spLocks/>
          </p:cNvSpPr>
          <p:nvPr/>
        </p:nvSpPr>
        <p:spPr>
          <a:xfrm>
            <a:off x="1529214" y="548652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3EA7EA-6EB8-9776-588A-8FE04CEA1091}"/>
              </a:ext>
            </a:extLst>
          </p:cNvPr>
          <p:cNvSpPr>
            <a:spLocks/>
          </p:cNvSpPr>
          <p:nvPr/>
        </p:nvSpPr>
        <p:spPr>
          <a:xfrm>
            <a:off x="1956850" y="238422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126F25-7AEE-0C02-F2D6-9690BB01F9E1}"/>
              </a:ext>
            </a:extLst>
          </p:cNvPr>
          <p:cNvSpPr>
            <a:spLocks/>
          </p:cNvSpPr>
          <p:nvPr/>
        </p:nvSpPr>
        <p:spPr>
          <a:xfrm>
            <a:off x="1943642" y="2882005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2B4A82-CBF1-90B5-6CB5-CEC024505E2A}"/>
              </a:ext>
            </a:extLst>
          </p:cNvPr>
          <p:cNvSpPr>
            <a:spLocks/>
          </p:cNvSpPr>
          <p:nvPr/>
        </p:nvSpPr>
        <p:spPr>
          <a:xfrm>
            <a:off x="1567186" y="133491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A592E2F-D21E-90AE-5328-390195D8088A}"/>
              </a:ext>
            </a:extLst>
          </p:cNvPr>
          <p:cNvSpPr>
            <a:spLocks/>
          </p:cNvSpPr>
          <p:nvPr/>
        </p:nvSpPr>
        <p:spPr>
          <a:xfrm>
            <a:off x="1519381" y="4726743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973182-5800-6D6C-097C-BA53ED2A39EF}"/>
              </a:ext>
            </a:extLst>
          </p:cNvPr>
          <p:cNvSpPr txBox="1">
            <a:spLocks/>
          </p:cNvSpPr>
          <p:nvPr/>
        </p:nvSpPr>
        <p:spPr>
          <a:xfrm>
            <a:off x="1620684" y="4804611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5F97921-D882-7188-3435-923D03D3C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689020"/>
              </p:ext>
            </p:extLst>
          </p:nvPr>
        </p:nvGraphicFramePr>
        <p:xfrm>
          <a:off x="1630516" y="6126911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5AF1D85A-584C-6D29-C993-547037186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504" y="6181198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B3CF107F-741C-37D4-6C3D-38088AAA8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17" y="6154281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5512F6C-78E5-E754-143E-6669E47AA6CA}"/>
              </a:ext>
            </a:extLst>
          </p:cNvPr>
          <p:cNvSpPr>
            <a:spLocks/>
          </p:cNvSpPr>
          <p:nvPr/>
        </p:nvSpPr>
        <p:spPr>
          <a:xfrm>
            <a:off x="3638890" y="60965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9882A3-B7E7-C93A-D071-66CE9C5D06D4}"/>
              </a:ext>
            </a:extLst>
          </p:cNvPr>
          <p:cNvSpPr>
            <a:spLocks/>
          </p:cNvSpPr>
          <p:nvPr/>
        </p:nvSpPr>
        <p:spPr>
          <a:xfrm>
            <a:off x="3988907" y="60965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87D833-BCC8-BDC9-C59E-CC5E6DE62623}"/>
              </a:ext>
            </a:extLst>
          </p:cNvPr>
          <p:cNvSpPr>
            <a:spLocks/>
          </p:cNvSpPr>
          <p:nvPr/>
        </p:nvSpPr>
        <p:spPr>
          <a:xfrm>
            <a:off x="4052209" y="60965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35A26B-B673-5A70-9EC9-859F0F72DBC4}"/>
              </a:ext>
            </a:extLst>
          </p:cNvPr>
          <p:cNvSpPr>
            <a:spLocks/>
          </p:cNvSpPr>
          <p:nvPr/>
        </p:nvSpPr>
        <p:spPr>
          <a:xfrm>
            <a:off x="3933953" y="60965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CF0FE4-10B5-F9E4-D4A2-033A413EC570}"/>
              </a:ext>
            </a:extLst>
          </p:cNvPr>
          <p:cNvSpPr>
            <a:spLocks/>
          </p:cNvSpPr>
          <p:nvPr/>
        </p:nvSpPr>
        <p:spPr>
          <a:xfrm>
            <a:off x="1567186" y="156400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EBE068-2F3D-3FB2-092D-F89F39A66389}"/>
              </a:ext>
            </a:extLst>
          </p:cNvPr>
          <p:cNvSpPr>
            <a:spLocks/>
          </p:cNvSpPr>
          <p:nvPr/>
        </p:nvSpPr>
        <p:spPr>
          <a:xfrm>
            <a:off x="1956850" y="1916253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000FE52-0608-D325-59E4-178AD1E73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208" y="2450635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1EB05F3-DD56-45A5-8914-5303A4F17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042" y="2016557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F2DF0B0-BD66-93A6-7622-538F438EC6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2185" y="295510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68445D83-F273-5B72-C9E8-B56A1B38A06C}"/>
              </a:ext>
            </a:extLst>
          </p:cNvPr>
          <p:cNvSpPr>
            <a:spLocks/>
          </p:cNvSpPr>
          <p:nvPr/>
        </p:nvSpPr>
        <p:spPr>
          <a:xfrm>
            <a:off x="1943642" y="384783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3C330DE-90E0-07E6-5F87-2C7CEB0FED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7089" y="391772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55640DC9-72D1-458C-8E31-99A11E8B72AF}"/>
              </a:ext>
            </a:extLst>
          </p:cNvPr>
          <p:cNvSpPr>
            <a:spLocks/>
          </p:cNvSpPr>
          <p:nvPr/>
        </p:nvSpPr>
        <p:spPr>
          <a:xfrm>
            <a:off x="1943642" y="336680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4D657D3-45CA-717C-E575-19ADEAD84E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1989202" y="345876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C322E28-7272-CD7C-6047-7AA2FE4ADC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270536"/>
              </p:ext>
            </p:extLst>
          </p:nvPr>
        </p:nvGraphicFramePr>
        <p:xfrm>
          <a:off x="1567186" y="70943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A38E5BD-A719-477F-B0DE-D546BCF93935}"/>
              </a:ext>
            </a:extLst>
          </p:cNvPr>
          <p:cNvSpPr>
            <a:spLocks/>
          </p:cNvSpPr>
          <p:nvPr/>
        </p:nvSpPr>
        <p:spPr>
          <a:xfrm>
            <a:off x="1681316" y="73667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2C1A9323-2AC0-2F59-687D-5DAD2A5254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190" y="994566"/>
            <a:ext cx="531887" cy="338256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45C7D6-DDAC-4FF6-BA9C-3BAF67CE15CA}"/>
              </a:ext>
            </a:extLst>
          </p:cNvPr>
          <p:cNvCxnSpPr>
            <a:cxnSpLocks/>
          </p:cNvCxnSpPr>
          <p:nvPr/>
        </p:nvCxnSpPr>
        <p:spPr>
          <a:xfrm>
            <a:off x="2770321" y="424043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A6D8E14-EEB3-B6E8-1C01-DA3F6DFD2944}"/>
              </a:ext>
            </a:extLst>
          </p:cNvPr>
          <p:cNvCxnSpPr>
            <a:cxnSpLocks/>
          </p:cNvCxnSpPr>
          <p:nvPr/>
        </p:nvCxnSpPr>
        <p:spPr>
          <a:xfrm>
            <a:off x="2761012" y="187345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371E3EAA-7F8E-33D4-952A-8525FE1CAC4D}"/>
              </a:ext>
            </a:extLst>
          </p:cNvPr>
          <p:cNvSpPr/>
          <p:nvPr/>
        </p:nvSpPr>
        <p:spPr>
          <a:xfrm>
            <a:off x="4304381" y="292070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BBB95F8F-FF18-A50D-C3B7-1CCFC14B0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041" y="6202164"/>
            <a:ext cx="324459" cy="162000"/>
          </a:xfrm>
          <a:prstGeom prst="rect">
            <a:avLst/>
          </a:prstGeom>
        </p:spPr>
      </p:pic>
      <p:sp>
        <p:nvSpPr>
          <p:cNvPr id="21" name="Action Button: Go Hom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9BC7B01-EEA4-4129-DBEF-CA6194761D8E}"/>
              </a:ext>
            </a:extLst>
          </p:cNvPr>
          <p:cNvSpPr>
            <a:spLocks/>
          </p:cNvSpPr>
          <p:nvPr/>
        </p:nvSpPr>
        <p:spPr>
          <a:xfrm>
            <a:off x="6381838" y="77355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8" name="Arrow: Left 97">
            <a:extLst>
              <a:ext uri="{FF2B5EF4-FFF2-40B4-BE49-F238E27FC236}">
                <a16:creationId xmlns:a16="http://schemas.microsoft.com/office/drawing/2014/main" id="{FC95A19A-56D6-ACEF-A89F-DBF324276B31}"/>
              </a:ext>
            </a:extLst>
          </p:cNvPr>
          <p:cNvSpPr/>
          <p:nvPr/>
        </p:nvSpPr>
        <p:spPr>
          <a:xfrm>
            <a:off x="6332508" y="1070644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592BD122-9EF4-0B76-F9AB-B22607405948}"/>
              </a:ext>
            </a:extLst>
          </p:cNvPr>
          <p:cNvSpPr/>
          <p:nvPr/>
        </p:nvSpPr>
        <p:spPr>
          <a:xfrm>
            <a:off x="5982975" y="300234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C8196-DD56-8830-9B09-3490F909C1E7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0000"/>
                </a:highlight>
              </a:rPr>
              <a:t>Admin: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C3CAE17-A1C9-A83F-A308-003EF01357E7}"/>
              </a:ext>
            </a:extLst>
          </p:cNvPr>
          <p:cNvSpPr>
            <a:spLocks/>
          </p:cNvSpPr>
          <p:nvPr/>
        </p:nvSpPr>
        <p:spPr>
          <a:xfrm>
            <a:off x="4617181" y="60769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F6067F2-D501-017F-BD0F-206375EB832E}"/>
              </a:ext>
            </a:extLst>
          </p:cNvPr>
          <p:cNvSpPr>
            <a:spLocks/>
          </p:cNvSpPr>
          <p:nvPr/>
        </p:nvSpPr>
        <p:spPr>
          <a:xfrm>
            <a:off x="4639868" y="134675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A095935-B13B-3A62-3EFD-36C0126CE8F2}"/>
              </a:ext>
            </a:extLst>
          </p:cNvPr>
          <p:cNvSpPr>
            <a:spLocks/>
          </p:cNvSpPr>
          <p:nvPr/>
        </p:nvSpPr>
        <p:spPr>
          <a:xfrm>
            <a:off x="4592063" y="4738580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C53928C-577D-EF32-FB21-2D72EE90E4D2}"/>
              </a:ext>
            </a:extLst>
          </p:cNvPr>
          <p:cNvSpPr txBox="1">
            <a:spLocks/>
          </p:cNvSpPr>
          <p:nvPr/>
        </p:nvSpPr>
        <p:spPr>
          <a:xfrm>
            <a:off x="4693366" y="4816448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933B65A7-1A78-5EA4-975F-B36457317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145535"/>
              </p:ext>
            </p:extLst>
          </p:nvPr>
        </p:nvGraphicFramePr>
        <p:xfrm>
          <a:off x="4676026" y="6137473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51" name="Picture 15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DF48D032-E8D2-DD40-E2A5-F9C08D79D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186" y="6193035"/>
            <a:ext cx="113057" cy="113057"/>
          </a:xfrm>
          <a:prstGeom prst="rect">
            <a:avLst/>
          </a:prstGeom>
        </p:spPr>
      </p:pic>
      <p:pic>
        <p:nvPicPr>
          <p:cNvPr id="152" name="Picture 151" descr="A blue and white logo&#10;&#10;AI-generated content may be incorrect.">
            <a:extLst>
              <a:ext uri="{FF2B5EF4-FFF2-40B4-BE49-F238E27FC236}">
                <a16:creationId xmlns:a16="http://schemas.microsoft.com/office/drawing/2014/main" id="{9F3D7216-962E-23C7-FD51-B0BDBE9FD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899" y="6166118"/>
            <a:ext cx="324459" cy="162000"/>
          </a:xfrm>
          <a:prstGeom prst="rect">
            <a:avLst/>
          </a:prstGeom>
        </p:spPr>
      </p:pic>
      <p:sp>
        <p:nvSpPr>
          <p:cNvPr id="153" name="Rectangle 152">
            <a:extLst>
              <a:ext uri="{FF2B5EF4-FFF2-40B4-BE49-F238E27FC236}">
                <a16:creationId xmlns:a16="http://schemas.microsoft.com/office/drawing/2014/main" id="{F69D7073-CCBB-7546-03EE-EC9D67911969}"/>
              </a:ext>
            </a:extLst>
          </p:cNvPr>
          <p:cNvSpPr>
            <a:spLocks/>
          </p:cNvSpPr>
          <p:nvPr/>
        </p:nvSpPr>
        <p:spPr>
          <a:xfrm>
            <a:off x="6757502" y="676803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349CC0B0-A11F-DEC4-DFD7-102156A7F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375383"/>
              </p:ext>
            </p:extLst>
          </p:nvPr>
        </p:nvGraphicFramePr>
        <p:xfrm>
          <a:off x="4652730" y="77756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55" name="Action Button: Go Home 15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9E43FA3-BD68-2348-7C33-8ADEA12A2D31}"/>
              </a:ext>
            </a:extLst>
          </p:cNvPr>
          <p:cNvSpPr>
            <a:spLocks/>
          </p:cNvSpPr>
          <p:nvPr/>
        </p:nvSpPr>
        <p:spPr>
          <a:xfrm>
            <a:off x="4763519" y="81657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4D679DC-2956-3A8C-2B64-BD0E972FBA71}"/>
              </a:ext>
            </a:extLst>
          </p:cNvPr>
          <p:cNvSpPr>
            <a:spLocks/>
          </p:cNvSpPr>
          <p:nvPr/>
        </p:nvSpPr>
        <p:spPr>
          <a:xfrm>
            <a:off x="7107519" y="676803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5AFC083-5BBC-8E9A-CC4A-295BEBA820B9}"/>
              </a:ext>
            </a:extLst>
          </p:cNvPr>
          <p:cNvSpPr>
            <a:spLocks/>
          </p:cNvSpPr>
          <p:nvPr/>
        </p:nvSpPr>
        <p:spPr>
          <a:xfrm>
            <a:off x="7170821" y="676803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F4930B8-9ADA-5041-6F0B-FFCB005056BE}"/>
              </a:ext>
            </a:extLst>
          </p:cNvPr>
          <p:cNvSpPr>
            <a:spLocks/>
          </p:cNvSpPr>
          <p:nvPr/>
        </p:nvSpPr>
        <p:spPr>
          <a:xfrm>
            <a:off x="7052565" y="676803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19DAD88-F570-5324-FAD9-FEE7CA87E943}"/>
              </a:ext>
            </a:extLst>
          </p:cNvPr>
          <p:cNvSpPr>
            <a:spLocks/>
          </p:cNvSpPr>
          <p:nvPr/>
        </p:nvSpPr>
        <p:spPr>
          <a:xfrm>
            <a:off x="4639868" y="157584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1" name="Picture 160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D5A48C98-19B7-C98D-D66A-362203FD83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863" y="988393"/>
            <a:ext cx="531887" cy="338256"/>
          </a:xfrm>
          <a:prstGeom prst="rect">
            <a:avLst/>
          </a:prstGeom>
        </p:spPr>
      </p:pic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72CA782-ABD6-1DCC-0EAB-21C092D5D91D}"/>
              </a:ext>
            </a:extLst>
          </p:cNvPr>
          <p:cNvCxnSpPr>
            <a:cxnSpLocks/>
          </p:cNvCxnSpPr>
          <p:nvPr/>
        </p:nvCxnSpPr>
        <p:spPr>
          <a:xfrm>
            <a:off x="5836526" y="188185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F92ED1D3-F607-7C29-EA02-2B12A30955DA}"/>
              </a:ext>
            </a:extLst>
          </p:cNvPr>
          <p:cNvCxnSpPr>
            <a:cxnSpLocks/>
          </p:cNvCxnSpPr>
          <p:nvPr/>
        </p:nvCxnSpPr>
        <p:spPr>
          <a:xfrm>
            <a:off x="5897869" y="468042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E6F8E0C1-CC28-E094-B087-847AE465EC71}"/>
              </a:ext>
            </a:extLst>
          </p:cNvPr>
          <p:cNvSpPr>
            <a:spLocks/>
          </p:cNvSpPr>
          <p:nvPr/>
        </p:nvSpPr>
        <p:spPr>
          <a:xfrm>
            <a:off x="4742696" y="1948666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D4622C99-DD16-AD79-7AE1-1039D458D8FE}"/>
              </a:ext>
            </a:extLst>
          </p:cNvPr>
          <p:cNvSpPr>
            <a:spLocks/>
          </p:cNvSpPr>
          <p:nvPr/>
        </p:nvSpPr>
        <p:spPr>
          <a:xfrm>
            <a:off x="6015437" y="1955107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07FBC4DA-4A16-40DD-C097-7EECAF335028}"/>
              </a:ext>
            </a:extLst>
          </p:cNvPr>
          <p:cNvSpPr>
            <a:spLocks/>
          </p:cNvSpPr>
          <p:nvPr/>
        </p:nvSpPr>
        <p:spPr>
          <a:xfrm>
            <a:off x="4745140" y="2252848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DD5BD207-9D57-35E8-7431-57B67C4228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668874"/>
              </p:ext>
            </p:extLst>
          </p:nvPr>
        </p:nvGraphicFramePr>
        <p:xfrm>
          <a:off x="4787895" y="2581293"/>
          <a:ext cx="23598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Golang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React 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Java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Python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pic>
        <p:nvPicPr>
          <p:cNvPr id="168" name="Picture 167" descr="A cartoon of a blue mouse&#10;&#10;AI-generated content may be incorrect.">
            <a:extLst>
              <a:ext uri="{FF2B5EF4-FFF2-40B4-BE49-F238E27FC236}">
                <a16:creationId xmlns:a16="http://schemas.microsoft.com/office/drawing/2014/main" id="{A2979E80-6490-AC1A-81FE-D379C47DD7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82" y="2911017"/>
            <a:ext cx="341516" cy="464829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DFA2AC64-31C0-1107-9B4D-B42CADBA29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68" y="3890878"/>
            <a:ext cx="428491" cy="426817"/>
          </a:xfrm>
          <a:prstGeom prst="rect">
            <a:avLst/>
          </a:prstGeom>
        </p:spPr>
      </p:pic>
      <p:pic>
        <p:nvPicPr>
          <p:cNvPr id="170" name="Picture 169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725EDA5A-BB90-5916-5DBD-E33102FF8D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69" y="3827373"/>
            <a:ext cx="592147" cy="592147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8A1D3B56-EADF-A8D5-A705-AC44E3608F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003" y="2819975"/>
            <a:ext cx="562202" cy="542072"/>
          </a:xfrm>
          <a:prstGeom prst="rect">
            <a:avLst/>
          </a:prstGeom>
        </p:spPr>
      </p:pic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45B1581-18F9-C4B0-8D06-A85801343C3A}"/>
              </a:ext>
            </a:extLst>
          </p:cNvPr>
          <p:cNvSpPr>
            <a:spLocks/>
          </p:cNvSpPr>
          <p:nvPr/>
        </p:nvSpPr>
        <p:spPr>
          <a:xfrm>
            <a:off x="5053666" y="3420043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7B08FC32-EE27-1D6A-A8E8-320F0EA64556}"/>
              </a:ext>
            </a:extLst>
          </p:cNvPr>
          <p:cNvSpPr>
            <a:spLocks/>
          </p:cNvSpPr>
          <p:nvPr/>
        </p:nvSpPr>
        <p:spPr>
          <a:xfrm>
            <a:off x="6280241" y="3433868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224A6DE-C930-207D-5CF1-0A6B09629286}"/>
              </a:ext>
            </a:extLst>
          </p:cNvPr>
          <p:cNvSpPr>
            <a:spLocks/>
          </p:cNvSpPr>
          <p:nvPr/>
        </p:nvSpPr>
        <p:spPr>
          <a:xfrm>
            <a:off x="5080269" y="4434811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3AE086BA-6C9D-A708-7DE8-507EE7CF8888}"/>
              </a:ext>
            </a:extLst>
          </p:cNvPr>
          <p:cNvSpPr>
            <a:spLocks/>
          </p:cNvSpPr>
          <p:nvPr/>
        </p:nvSpPr>
        <p:spPr>
          <a:xfrm>
            <a:off x="6302732" y="4404156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  <p:pic>
        <p:nvPicPr>
          <p:cNvPr id="180" name="Picture 179" descr="A blue and white logo&#10;&#10;AI-generated content may be incorrect.">
            <a:extLst>
              <a:ext uri="{FF2B5EF4-FFF2-40B4-BE49-F238E27FC236}">
                <a16:creationId xmlns:a16="http://schemas.microsoft.com/office/drawing/2014/main" id="{27BF7321-9852-7366-6A9F-199B06146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524" y="6181198"/>
            <a:ext cx="324459" cy="162000"/>
          </a:xfrm>
          <a:prstGeom prst="rect">
            <a:avLst/>
          </a:prstGeom>
        </p:spPr>
      </p:pic>
      <p:sp>
        <p:nvSpPr>
          <p:cNvPr id="181" name="Action Button: Go Home 18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1DDC387-1FED-D776-FB07-9E9452289240}"/>
              </a:ext>
            </a:extLst>
          </p:cNvPr>
          <p:cNvSpPr>
            <a:spLocks/>
          </p:cNvSpPr>
          <p:nvPr/>
        </p:nvSpPr>
        <p:spPr>
          <a:xfrm>
            <a:off x="9630321" y="752591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2" name="Arrow: Left 181">
            <a:extLst>
              <a:ext uri="{FF2B5EF4-FFF2-40B4-BE49-F238E27FC236}">
                <a16:creationId xmlns:a16="http://schemas.microsoft.com/office/drawing/2014/main" id="{3C2AE8E0-0BF1-1446-4191-BB9FCF3042C4}"/>
              </a:ext>
            </a:extLst>
          </p:cNvPr>
          <p:cNvSpPr/>
          <p:nvPr/>
        </p:nvSpPr>
        <p:spPr>
          <a:xfrm>
            <a:off x="9580991" y="1049678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Arrow: Right 182">
            <a:extLst>
              <a:ext uri="{FF2B5EF4-FFF2-40B4-BE49-F238E27FC236}">
                <a16:creationId xmlns:a16="http://schemas.microsoft.com/office/drawing/2014/main" id="{394E11AA-D21D-3E98-A9F9-7A6B08CC2B78}"/>
              </a:ext>
            </a:extLst>
          </p:cNvPr>
          <p:cNvSpPr/>
          <p:nvPr/>
        </p:nvSpPr>
        <p:spPr>
          <a:xfrm>
            <a:off x="9231458" y="2981376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E04F0AC-EC7D-F5A9-2627-A93B38CA4C6D}"/>
              </a:ext>
            </a:extLst>
          </p:cNvPr>
          <p:cNvSpPr>
            <a:spLocks/>
          </p:cNvSpPr>
          <p:nvPr/>
        </p:nvSpPr>
        <p:spPr>
          <a:xfrm>
            <a:off x="7865664" y="58673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00615BD-3811-41C2-8C5D-4F83DBAFC01D}"/>
              </a:ext>
            </a:extLst>
          </p:cNvPr>
          <p:cNvSpPr>
            <a:spLocks/>
          </p:cNvSpPr>
          <p:nvPr/>
        </p:nvSpPr>
        <p:spPr>
          <a:xfrm>
            <a:off x="7888351" y="132578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5D5900B-5129-76E4-DB62-05BAB4AB38AB}"/>
              </a:ext>
            </a:extLst>
          </p:cNvPr>
          <p:cNvSpPr>
            <a:spLocks/>
          </p:cNvSpPr>
          <p:nvPr/>
        </p:nvSpPr>
        <p:spPr>
          <a:xfrm>
            <a:off x="7840546" y="4717614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A123589-6F48-3056-FBD4-8DF477D00842}"/>
              </a:ext>
            </a:extLst>
          </p:cNvPr>
          <p:cNvSpPr txBox="1">
            <a:spLocks/>
          </p:cNvSpPr>
          <p:nvPr/>
        </p:nvSpPr>
        <p:spPr>
          <a:xfrm>
            <a:off x="7941849" y="4795482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4E436F7C-6221-562A-5403-4B412552AC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860792"/>
              </p:ext>
            </p:extLst>
          </p:nvPr>
        </p:nvGraphicFramePr>
        <p:xfrm>
          <a:off x="7924509" y="6116507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89" name="Picture 18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98F5748C-4979-257A-BA60-70EA4218F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669" y="6172069"/>
            <a:ext cx="113057" cy="113057"/>
          </a:xfrm>
          <a:prstGeom prst="rect">
            <a:avLst/>
          </a:prstGeom>
        </p:spPr>
      </p:pic>
      <p:pic>
        <p:nvPicPr>
          <p:cNvPr id="190" name="Picture 189" descr="A blue and white logo&#10;&#10;AI-generated content may be incorrect.">
            <a:extLst>
              <a:ext uri="{FF2B5EF4-FFF2-40B4-BE49-F238E27FC236}">
                <a16:creationId xmlns:a16="http://schemas.microsoft.com/office/drawing/2014/main" id="{45DEC39D-2981-FF00-AE9F-3A7925DF8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382" y="6145152"/>
            <a:ext cx="324459" cy="162000"/>
          </a:xfrm>
          <a:prstGeom prst="rect">
            <a:avLst/>
          </a:prstGeom>
        </p:spPr>
      </p:pic>
      <p:sp>
        <p:nvSpPr>
          <p:cNvPr id="191" name="Rectangle 190">
            <a:extLst>
              <a:ext uri="{FF2B5EF4-FFF2-40B4-BE49-F238E27FC236}">
                <a16:creationId xmlns:a16="http://schemas.microsoft.com/office/drawing/2014/main" id="{A3509CE3-6B2B-AEC4-314E-F78482A18EA4}"/>
              </a:ext>
            </a:extLst>
          </p:cNvPr>
          <p:cNvSpPr>
            <a:spLocks/>
          </p:cNvSpPr>
          <p:nvPr/>
        </p:nvSpPr>
        <p:spPr>
          <a:xfrm>
            <a:off x="9965767" y="68085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A1C129A-13D0-12DC-F731-F24A7F87A7EF}"/>
              </a:ext>
            </a:extLst>
          </p:cNvPr>
          <p:cNvSpPr>
            <a:spLocks/>
          </p:cNvSpPr>
          <p:nvPr/>
        </p:nvSpPr>
        <p:spPr>
          <a:xfrm>
            <a:off x="10315784" y="68085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44763E3-4E85-AA47-420F-632F39987467}"/>
              </a:ext>
            </a:extLst>
          </p:cNvPr>
          <p:cNvSpPr>
            <a:spLocks/>
          </p:cNvSpPr>
          <p:nvPr/>
        </p:nvSpPr>
        <p:spPr>
          <a:xfrm>
            <a:off x="10379086" y="68085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FEF1EA2-F9DE-717A-50FF-935BF4905322}"/>
              </a:ext>
            </a:extLst>
          </p:cNvPr>
          <p:cNvSpPr>
            <a:spLocks/>
          </p:cNvSpPr>
          <p:nvPr/>
        </p:nvSpPr>
        <p:spPr>
          <a:xfrm>
            <a:off x="10260830" y="68085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066F6BBA-89A9-6FF3-BDAE-78D5BDD59154}"/>
              </a:ext>
            </a:extLst>
          </p:cNvPr>
          <p:cNvSpPr>
            <a:spLocks/>
          </p:cNvSpPr>
          <p:nvPr/>
        </p:nvSpPr>
        <p:spPr>
          <a:xfrm>
            <a:off x="7888351" y="1554877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7" name="Picture 196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CADEBBC5-9060-E1C0-A585-1AB08619A8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46" y="967427"/>
            <a:ext cx="531887" cy="338256"/>
          </a:xfrm>
          <a:prstGeom prst="rect">
            <a:avLst/>
          </a:prstGeom>
        </p:spPr>
      </p:pic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5E7B665-3742-8EA1-FC00-856D30769F41}"/>
              </a:ext>
            </a:extLst>
          </p:cNvPr>
          <p:cNvCxnSpPr>
            <a:cxnSpLocks/>
          </p:cNvCxnSpPr>
          <p:nvPr/>
        </p:nvCxnSpPr>
        <p:spPr>
          <a:xfrm>
            <a:off x="9085009" y="186089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66ABC8C-F28E-3C66-77B6-9E89DF75D8E2}"/>
              </a:ext>
            </a:extLst>
          </p:cNvPr>
          <p:cNvCxnSpPr>
            <a:cxnSpLocks/>
          </p:cNvCxnSpPr>
          <p:nvPr/>
        </p:nvCxnSpPr>
        <p:spPr>
          <a:xfrm>
            <a:off x="9146352" y="4659455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ACA336B6-4F41-746A-728E-A332BBE598B6}"/>
              </a:ext>
            </a:extLst>
          </p:cNvPr>
          <p:cNvSpPr>
            <a:spLocks/>
          </p:cNvSpPr>
          <p:nvPr/>
        </p:nvSpPr>
        <p:spPr>
          <a:xfrm>
            <a:off x="7991179" y="1927700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Môi trường chạy 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484716E1-32AE-CA9B-B1DD-1EDCDBDE397E}"/>
              </a:ext>
            </a:extLst>
          </p:cNvPr>
          <p:cNvSpPr>
            <a:spLocks/>
          </p:cNvSpPr>
          <p:nvPr/>
        </p:nvSpPr>
        <p:spPr>
          <a:xfrm>
            <a:off x="9263920" y="1934141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Cơ sở dữ liệu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0311CED9-2E58-A441-B0A1-2D93C2A0D3CD}"/>
              </a:ext>
            </a:extLst>
          </p:cNvPr>
          <p:cNvSpPr>
            <a:spLocks/>
          </p:cNvSpPr>
          <p:nvPr/>
        </p:nvSpPr>
        <p:spPr>
          <a:xfrm>
            <a:off x="7993623" y="2231882"/>
            <a:ext cx="1155173" cy="2256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800">
                <a:solidFill>
                  <a:schemeClr val="tx1"/>
                </a:solidFill>
              </a:rPr>
              <a:t>Dịch vụ lưu trữ &amp; file</a:t>
            </a:r>
            <a:endParaRPr lang="en-US" sz="800">
              <a:solidFill>
                <a:schemeClr val="tx1"/>
              </a:solidFill>
            </a:endParaRPr>
          </a:p>
        </p:txBody>
      </p:sp>
      <p:graphicFrame>
        <p:nvGraphicFramePr>
          <p:cNvPr id="203" name="Table 202">
            <a:extLst>
              <a:ext uri="{FF2B5EF4-FFF2-40B4-BE49-F238E27FC236}">
                <a16:creationId xmlns:a16="http://schemas.microsoft.com/office/drawing/2014/main" id="{CC62A079-8C34-2FDA-E514-A14895A515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624489"/>
              </p:ext>
            </p:extLst>
          </p:nvPr>
        </p:nvGraphicFramePr>
        <p:xfrm>
          <a:off x="8036378" y="2560327"/>
          <a:ext cx="2359856" cy="199971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Golang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React 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999859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Java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Python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pic>
        <p:nvPicPr>
          <p:cNvPr id="204" name="Picture 203" descr="A cartoon of a blue mouse&#10;&#10;AI-generated content may be incorrect.">
            <a:extLst>
              <a:ext uri="{FF2B5EF4-FFF2-40B4-BE49-F238E27FC236}">
                <a16:creationId xmlns:a16="http://schemas.microsoft.com/office/drawing/2014/main" id="{AC5DD5DE-EA35-D18B-3C17-15EB094A9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465" y="2890051"/>
            <a:ext cx="341516" cy="464829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D3048A1F-D758-FA28-FD7B-0D4D13A033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51" y="3869912"/>
            <a:ext cx="428491" cy="426817"/>
          </a:xfrm>
          <a:prstGeom prst="rect">
            <a:avLst/>
          </a:prstGeom>
        </p:spPr>
      </p:pic>
      <p:pic>
        <p:nvPicPr>
          <p:cNvPr id="206" name="Picture 20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6D5BBBF-2235-0B7B-C320-68FF8152AD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752" y="3806407"/>
            <a:ext cx="592147" cy="592147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69977DFC-403A-05A4-21F1-FDC07F1D40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486" y="2799009"/>
            <a:ext cx="562202" cy="542072"/>
          </a:xfrm>
          <a:prstGeom prst="rect">
            <a:avLst/>
          </a:prstGeom>
        </p:spPr>
      </p:pic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83874AAA-637B-AC85-3EB4-72D565629533}"/>
              </a:ext>
            </a:extLst>
          </p:cNvPr>
          <p:cNvSpPr>
            <a:spLocks/>
          </p:cNvSpPr>
          <p:nvPr/>
        </p:nvSpPr>
        <p:spPr>
          <a:xfrm>
            <a:off x="8302149" y="3399077"/>
            <a:ext cx="592147" cy="105333"/>
          </a:xfrm>
          <a:prstGeom prst="roundRe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Stop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C35FDD72-BC0A-B1C7-B57A-AF1FA8B4B628}"/>
              </a:ext>
            </a:extLst>
          </p:cNvPr>
          <p:cNvSpPr>
            <a:spLocks/>
          </p:cNvSpPr>
          <p:nvPr/>
        </p:nvSpPr>
        <p:spPr>
          <a:xfrm>
            <a:off x="9528724" y="3412902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Stop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7E723834-5005-3845-86AC-5D90593590B6}"/>
              </a:ext>
            </a:extLst>
          </p:cNvPr>
          <p:cNvSpPr>
            <a:spLocks/>
          </p:cNvSpPr>
          <p:nvPr/>
        </p:nvSpPr>
        <p:spPr>
          <a:xfrm>
            <a:off x="8328752" y="4413845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Stop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4BA68865-ED4C-6B11-8790-C0BD216A4A83}"/>
              </a:ext>
            </a:extLst>
          </p:cNvPr>
          <p:cNvSpPr>
            <a:spLocks/>
          </p:cNvSpPr>
          <p:nvPr/>
        </p:nvSpPr>
        <p:spPr>
          <a:xfrm>
            <a:off x="9551215" y="4383190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Stop</a:t>
            </a:r>
          </a:p>
        </p:txBody>
      </p:sp>
      <p:sp>
        <p:nvSpPr>
          <p:cNvPr id="212" name="Arrow: Right 211">
            <a:extLst>
              <a:ext uri="{FF2B5EF4-FFF2-40B4-BE49-F238E27FC236}">
                <a16:creationId xmlns:a16="http://schemas.microsoft.com/office/drawing/2014/main" id="{BB239172-DED1-2368-7E08-D026B95615EF}"/>
              </a:ext>
            </a:extLst>
          </p:cNvPr>
          <p:cNvSpPr/>
          <p:nvPr/>
        </p:nvSpPr>
        <p:spPr>
          <a:xfrm>
            <a:off x="7464083" y="303403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16EF849E-3035-2929-7372-D7B413603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7720072"/>
              </p:ext>
            </p:extLst>
          </p:nvPr>
        </p:nvGraphicFramePr>
        <p:xfrm>
          <a:off x="7900682" y="78678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92" name="Action Button: Go Home 19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C60723A-8102-D1FE-7E0E-218F3B5C50E1}"/>
              </a:ext>
            </a:extLst>
          </p:cNvPr>
          <p:cNvSpPr>
            <a:spLocks/>
          </p:cNvSpPr>
          <p:nvPr/>
        </p:nvSpPr>
        <p:spPr>
          <a:xfrm>
            <a:off x="8000157" y="81657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80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6AED0-EAF0-38BE-E4A4-4FE48C57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E0BD9FA-56D0-2735-DFF8-816627966953}"/>
              </a:ext>
            </a:extLst>
          </p:cNvPr>
          <p:cNvSpPr>
            <a:spLocks/>
          </p:cNvSpPr>
          <p:nvPr/>
        </p:nvSpPr>
        <p:spPr>
          <a:xfrm>
            <a:off x="162530" y="479827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FFEA75-55B1-5466-747B-5ED4D84F4FB9}"/>
              </a:ext>
            </a:extLst>
          </p:cNvPr>
          <p:cNvSpPr>
            <a:spLocks/>
          </p:cNvSpPr>
          <p:nvPr/>
        </p:nvSpPr>
        <p:spPr>
          <a:xfrm>
            <a:off x="590166" y="2315396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2B2186-96B1-A733-BD2F-9908C18E6648}"/>
              </a:ext>
            </a:extLst>
          </p:cNvPr>
          <p:cNvSpPr>
            <a:spLocks/>
          </p:cNvSpPr>
          <p:nvPr/>
        </p:nvSpPr>
        <p:spPr>
          <a:xfrm>
            <a:off x="590166" y="3245702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0D0F42-1175-961E-4C2E-341A5BB2071F}"/>
              </a:ext>
            </a:extLst>
          </p:cNvPr>
          <p:cNvSpPr>
            <a:spLocks/>
          </p:cNvSpPr>
          <p:nvPr/>
        </p:nvSpPr>
        <p:spPr>
          <a:xfrm>
            <a:off x="200502" y="1266090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B4D497-0BA3-BA2B-BE05-4DFB31608E03}"/>
              </a:ext>
            </a:extLst>
          </p:cNvPr>
          <p:cNvSpPr>
            <a:spLocks/>
          </p:cNvSpPr>
          <p:nvPr/>
        </p:nvSpPr>
        <p:spPr>
          <a:xfrm>
            <a:off x="152697" y="4657918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77FFC7-8973-6CD0-90ED-E363F931D337}"/>
              </a:ext>
            </a:extLst>
          </p:cNvPr>
          <p:cNvSpPr txBox="1">
            <a:spLocks/>
          </p:cNvSpPr>
          <p:nvPr/>
        </p:nvSpPr>
        <p:spPr>
          <a:xfrm>
            <a:off x="254000" y="4735786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FAF5057-E750-4333-463C-7C24B75CC744}"/>
              </a:ext>
            </a:extLst>
          </p:cNvPr>
          <p:cNvGraphicFramePr>
            <a:graphicFrameLocks/>
          </p:cNvGraphicFramePr>
          <p:nvPr/>
        </p:nvGraphicFramePr>
        <p:xfrm>
          <a:off x="263832" y="6058086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98BC2688-06E1-EBB6-1E3A-5B77FADB8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820" y="6112373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94ABB857-BF08-A47B-8C32-E414F241E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33" y="6085456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CDAA58A-015F-0B6E-FA71-93EFB9F6BC2F}"/>
              </a:ext>
            </a:extLst>
          </p:cNvPr>
          <p:cNvSpPr>
            <a:spLocks/>
          </p:cNvSpPr>
          <p:nvPr/>
        </p:nvSpPr>
        <p:spPr>
          <a:xfrm>
            <a:off x="2272206" y="540825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549EAD-8E03-A8DC-2013-42F4160B48FB}"/>
              </a:ext>
            </a:extLst>
          </p:cNvPr>
          <p:cNvSpPr>
            <a:spLocks/>
          </p:cNvSpPr>
          <p:nvPr/>
        </p:nvSpPr>
        <p:spPr>
          <a:xfrm>
            <a:off x="2622223" y="540825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048351-663C-D098-D4FB-49FF4AB47673}"/>
              </a:ext>
            </a:extLst>
          </p:cNvPr>
          <p:cNvSpPr>
            <a:spLocks/>
          </p:cNvSpPr>
          <p:nvPr/>
        </p:nvSpPr>
        <p:spPr>
          <a:xfrm>
            <a:off x="2685525" y="540825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DDDE7B-44CA-A48F-E16E-08BA9D9DBAD7}"/>
              </a:ext>
            </a:extLst>
          </p:cNvPr>
          <p:cNvSpPr>
            <a:spLocks/>
          </p:cNvSpPr>
          <p:nvPr/>
        </p:nvSpPr>
        <p:spPr>
          <a:xfrm>
            <a:off x="2567269" y="540825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DA75B9-2293-A38E-C78C-2F720B766804}"/>
              </a:ext>
            </a:extLst>
          </p:cNvPr>
          <p:cNvSpPr>
            <a:spLocks/>
          </p:cNvSpPr>
          <p:nvPr/>
        </p:nvSpPr>
        <p:spPr>
          <a:xfrm>
            <a:off x="200502" y="149518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2A5AF4-A27C-69B2-850C-B373A8EBD569}"/>
              </a:ext>
            </a:extLst>
          </p:cNvPr>
          <p:cNvSpPr>
            <a:spLocks/>
          </p:cNvSpPr>
          <p:nvPr/>
        </p:nvSpPr>
        <p:spPr>
          <a:xfrm>
            <a:off x="590166" y="1847428"/>
            <a:ext cx="1848464" cy="34413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B74F57-B5D5-D770-F84C-57C2D7CDD7EA}"/>
              </a:ext>
            </a:extLst>
          </p:cNvPr>
          <p:cNvSpPr>
            <a:spLocks/>
          </p:cNvSpPr>
          <p:nvPr/>
        </p:nvSpPr>
        <p:spPr>
          <a:xfrm>
            <a:off x="590166" y="277421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58F561A-E578-7C0D-F658-8BF3E7169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24" y="2381810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1FB19F1-C674-1A7C-B1BF-3E12FD4D6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58" y="1947732"/>
            <a:ext cx="164218" cy="164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FB62F2B-FE2F-2EB7-D9D7-53C5617DF9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24" y="2851877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24FB4010-4848-0A6B-352E-7D84C2612C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09" y="3318805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461D905B-89E5-8F87-BCA6-6302F6EA9543}"/>
              </a:ext>
            </a:extLst>
          </p:cNvPr>
          <p:cNvSpPr>
            <a:spLocks/>
          </p:cNvSpPr>
          <p:nvPr/>
        </p:nvSpPr>
        <p:spPr>
          <a:xfrm>
            <a:off x="590166" y="4211534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994E980C-3ADC-AC36-7E01-A91F6A7057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613" y="4281420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D9CA6BA-76AC-2F26-6DA2-C8C8209E62DC}"/>
              </a:ext>
            </a:extLst>
          </p:cNvPr>
          <p:cNvSpPr>
            <a:spLocks/>
          </p:cNvSpPr>
          <p:nvPr/>
        </p:nvSpPr>
        <p:spPr>
          <a:xfrm>
            <a:off x="590166" y="3730506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8205FE6B-A126-EA2C-F37E-AAD3AF93FB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635726" y="3822464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9CC3132-CC86-3F60-F317-E24B7400D238}"/>
              </a:ext>
            </a:extLst>
          </p:cNvPr>
          <p:cNvGraphicFramePr>
            <a:graphicFrameLocks/>
          </p:cNvGraphicFramePr>
          <p:nvPr/>
        </p:nvGraphicFramePr>
        <p:xfrm>
          <a:off x="200502" y="640607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CB5099F-568E-9398-9FA3-D1C6A60CA625}"/>
              </a:ext>
            </a:extLst>
          </p:cNvPr>
          <p:cNvSpPr>
            <a:spLocks/>
          </p:cNvSpPr>
          <p:nvPr/>
        </p:nvSpPr>
        <p:spPr>
          <a:xfrm>
            <a:off x="314632" y="667845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D2495E57-C05E-A1F2-D4E2-462F064E08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06" y="925741"/>
            <a:ext cx="531887" cy="338256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33A9A6D-EB68-9FC3-44C4-D0DB128C88C0}"/>
              </a:ext>
            </a:extLst>
          </p:cNvPr>
          <p:cNvCxnSpPr>
            <a:cxnSpLocks/>
          </p:cNvCxnSpPr>
          <p:nvPr/>
        </p:nvCxnSpPr>
        <p:spPr>
          <a:xfrm>
            <a:off x="1416845" y="4604135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9BAFD4B-67CA-4451-ECB0-DDF1489C88E7}"/>
              </a:ext>
            </a:extLst>
          </p:cNvPr>
          <p:cNvCxnSpPr>
            <a:cxnSpLocks/>
          </p:cNvCxnSpPr>
          <p:nvPr/>
        </p:nvCxnSpPr>
        <p:spPr>
          <a:xfrm>
            <a:off x="1394328" y="180462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9455E88F-72A8-8B57-1EFA-FB4B43421F6D}"/>
              </a:ext>
            </a:extLst>
          </p:cNvPr>
          <p:cNvSpPr/>
          <p:nvPr/>
        </p:nvSpPr>
        <p:spPr>
          <a:xfrm>
            <a:off x="2937697" y="2851877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A56B239-8FA9-3786-B824-4F864ADE3C29}"/>
              </a:ext>
            </a:extLst>
          </p:cNvPr>
          <p:cNvSpPr>
            <a:spLocks/>
          </p:cNvSpPr>
          <p:nvPr/>
        </p:nvSpPr>
        <p:spPr>
          <a:xfrm>
            <a:off x="3257039" y="50873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C0A2B59-4C57-E9CA-90B5-8B668171A05D}"/>
              </a:ext>
            </a:extLst>
          </p:cNvPr>
          <p:cNvSpPr>
            <a:spLocks/>
          </p:cNvSpPr>
          <p:nvPr/>
        </p:nvSpPr>
        <p:spPr>
          <a:xfrm>
            <a:off x="3339440" y="128470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DE96670-A554-F795-F4A5-81934B4DFEC6}"/>
              </a:ext>
            </a:extLst>
          </p:cNvPr>
          <p:cNvSpPr>
            <a:spLocks/>
          </p:cNvSpPr>
          <p:nvPr/>
        </p:nvSpPr>
        <p:spPr>
          <a:xfrm>
            <a:off x="3291635" y="4676533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D5BD394-FECF-C85B-0594-F99291EA997D}"/>
              </a:ext>
            </a:extLst>
          </p:cNvPr>
          <p:cNvSpPr txBox="1">
            <a:spLocks/>
          </p:cNvSpPr>
          <p:nvPr/>
        </p:nvSpPr>
        <p:spPr>
          <a:xfrm>
            <a:off x="3392938" y="4754401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39D4C298-3A9E-5C9A-E2DD-531F672319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1079786"/>
              </p:ext>
            </p:extLst>
          </p:nvPr>
        </p:nvGraphicFramePr>
        <p:xfrm>
          <a:off x="3375598" y="6075426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07" name="Picture 106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6A70F955-7B48-1733-84BB-5CC1F74E2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58" y="6130988"/>
            <a:ext cx="113057" cy="113057"/>
          </a:xfrm>
          <a:prstGeom prst="rect">
            <a:avLst/>
          </a:prstGeom>
        </p:spPr>
      </p:pic>
      <p:pic>
        <p:nvPicPr>
          <p:cNvPr id="108" name="Picture 107" descr="A blue and white logo&#10;&#10;AI-generated content may be incorrect.">
            <a:extLst>
              <a:ext uri="{FF2B5EF4-FFF2-40B4-BE49-F238E27FC236}">
                <a16:creationId xmlns:a16="http://schemas.microsoft.com/office/drawing/2014/main" id="{60DEE513-D627-FBC9-6238-E7008F4B3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471" y="6104071"/>
            <a:ext cx="324459" cy="162000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C080C0B2-FCBE-5B16-8D83-94E2734CE80F}"/>
              </a:ext>
            </a:extLst>
          </p:cNvPr>
          <p:cNvSpPr>
            <a:spLocks/>
          </p:cNvSpPr>
          <p:nvPr/>
        </p:nvSpPr>
        <p:spPr>
          <a:xfrm>
            <a:off x="5411144" y="55944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10" name="Table 109">
            <a:extLst>
              <a:ext uri="{FF2B5EF4-FFF2-40B4-BE49-F238E27FC236}">
                <a16:creationId xmlns:a16="http://schemas.microsoft.com/office/drawing/2014/main" id="{4E9CE98B-8134-65D2-FEC6-6893A4BC57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354043"/>
              </p:ext>
            </p:extLst>
          </p:nvPr>
        </p:nvGraphicFramePr>
        <p:xfrm>
          <a:off x="3328138" y="648226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11" name="Action Button: Go Home 1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3609662-BCF1-1299-278B-4C33393AB72D}"/>
              </a:ext>
            </a:extLst>
          </p:cNvPr>
          <p:cNvSpPr>
            <a:spLocks/>
          </p:cNvSpPr>
          <p:nvPr/>
        </p:nvSpPr>
        <p:spPr>
          <a:xfrm>
            <a:off x="3442268" y="675464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68E6FD5-1F04-333D-0ABC-FC6A09AEF2C5}"/>
              </a:ext>
            </a:extLst>
          </p:cNvPr>
          <p:cNvSpPr>
            <a:spLocks/>
          </p:cNvSpPr>
          <p:nvPr/>
        </p:nvSpPr>
        <p:spPr>
          <a:xfrm>
            <a:off x="5761161" y="55944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1DCC3E9-3CEE-8873-4539-4D719E46CF80}"/>
              </a:ext>
            </a:extLst>
          </p:cNvPr>
          <p:cNvSpPr>
            <a:spLocks/>
          </p:cNvSpPr>
          <p:nvPr/>
        </p:nvSpPr>
        <p:spPr>
          <a:xfrm>
            <a:off x="5824463" y="55944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E88FBC0-0617-F795-453E-AE4773298FC1}"/>
              </a:ext>
            </a:extLst>
          </p:cNvPr>
          <p:cNvSpPr>
            <a:spLocks/>
          </p:cNvSpPr>
          <p:nvPr/>
        </p:nvSpPr>
        <p:spPr>
          <a:xfrm>
            <a:off x="5706207" y="55944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5249945-A66E-991C-8ED5-226E55C2CBA2}"/>
              </a:ext>
            </a:extLst>
          </p:cNvPr>
          <p:cNvSpPr>
            <a:spLocks/>
          </p:cNvSpPr>
          <p:nvPr/>
        </p:nvSpPr>
        <p:spPr>
          <a:xfrm>
            <a:off x="3339440" y="151379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6" name="Picture 125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D5BAA26-CD61-D234-846D-06ED835729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435" y="926346"/>
            <a:ext cx="531887" cy="338256"/>
          </a:xfrm>
          <a:prstGeom prst="rect">
            <a:avLst/>
          </a:prstGeom>
        </p:spPr>
      </p:pic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D6B9020-4803-07C8-B3F6-ECEE690876C6}"/>
              </a:ext>
            </a:extLst>
          </p:cNvPr>
          <p:cNvCxnSpPr>
            <a:cxnSpLocks/>
          </p:cNvCxnSpPr>
          <p:nvPr/>
        </p:nvCxnSpPr>
        <p:spPr>
          <a:xfrm>
            <a:off x="4536098" y="1819810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AC17AF9-6863-12C7-8CEA-1C03C0B38329}"/>
              </a:ext>
            </a:extLst>
          </p:cNvPr>
          <p:cNvSpPr/>
          <p:nvPr/>
        </p:nvSpPr>
        <p:spPr>
          <a:xfrm>
            <a:off x="3442268" y="2415318"/>
            <a:ext cx="2405054" cy="22612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US" sz="800">
              <a:solidFill>
                <a:prstClr val="white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6D9903BA-878F-66D4-1E30-D07469A02A16}"/>
              </a:ext>
            </a:extLst>
          </p:cNvPr>
          <p:cNvSpPr/>
          <p:nvPr/>
        </p:nvSpPr>
        <p:spPr>
          <a:xfrm>
            <a:off x="4086527" y="1982705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73D996E-D51F-4418-AD7F-2FE0C1AA7DC1}"/>
              </a:ext>
            </a:extLst>
          </p:cNvPr>
          <p:cNvSpPr/>
          <p:nvPr/>
        </p:nvSpPr>
        <p:spPr>
          <a:xfrm>
            <a:off x="3810180" y="2533695"/>
            <a:ext cx="1972405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bg1"/>
                </a:solidFill>
              </a:rPr>
              <a:t>Yêu cầu hỗ trợ: </a:t>
            </a:r>
            <a:r>
              <a:rPr lang="en-US" sz="700">
                <a:solidFill>
                  <a:schemeClr val="bg1"/>
                </a:solidFill>
              </a:rPr>
              <a:t>Anh/chị hỗ trợ mình với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60" name="Arrow: Left 159">
            <a:extLst>
              <a:ext uri="{FF2B5EF4-FFF2-40B4-BE49-F238E27FC236}">
                <a16:creationId xmlns:a16="http://schemas.microsoft.com/office/drawing/2014/main" id="{85EE6985-D4F1-5860-93B2-9C5D85B91250}"/>
              </a:ext>
            </a:extLst>
          </p:cNvPr>
          <p:cNvSpPr/>
          <p:nvPr/>
        </p:nvSpPr>
        <p:spPr>
          <a:xfrm>
            <a:off x="3367839" y="934068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DD823-1271-3FD3-14E3-F05381732845}"/>
              </a:ext>
            </a:extLst>
          </p:cNvPr>
          <p:cNvSpPr>
            <a:spLocks/>
          </p:cNvSpPr>
          <p:nvPr/>
        </p:nvSpPr>
        <p:spPr>
          <a:xfrm>
            <a:off x="6290614" y="49787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B1297-3660-73E8-8D77-68FCC87A0422}"/>
              </a:ext>
            </a:extLst>
          </p:cNvPr>
          <p:cNvSpPr>
            <a:spLocks/>
          </p:cNvSpPr>
          <p:nvPr/>
        </p:nvSpPr>
        <p:spPr>
          <a:xfrm>
            <a:off x="6328586" y="128413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E2900D-BCB2-BFC8-3D67-3AF436320288}"/>
              </a:ext>
            </a:extLst>
          </p:cNvPr>
          <p:cNvSpPr>
            <a:spLocks/>
          </p:cNvSpPr>
          <p:nvPr/>
        </p:nvSpPr>
        <p:spPr>
          <a:xfrm>
            <a:off x="6269908" y="467596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2493A-5F5C-B600-9F64-A45A725594EE}"/>
              </a:ext>
            </a:extLst>
          </p:cNvPr>
          <p:cNvSpPr txBox="1">
            <a:spLocks/>
          </p:cNvSpPr>
          <p:nvPr/>
        </p:nvSpPr>
        <p:spPr>
          <a:xfrm>
            <a:off x="6382084" y="475382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23F27E7-8F7D-C0D7-193A-059C10245F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8099898"/>
              </p:ext>
            </p:extLst>
          </p:nvPr>
        </p:nvGraphicFramePr>
        <p:xfrm>
          <a:off x="6364744" y="6074854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6" name="Picture 15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EA05C5B1-0008-D47B-6AFF-D3BBEE4D0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04" y="6130416"/>
            <a:ext cx="113057" cy="113057"/>
          </a:xfrm>
          <a:prstGeom prst="rect">
            <a:avLst/>
          </a:prstGeom>
        </p:spPr>
      </p:pic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AC1D893F-23D9-F4A6-CB1C-97880597D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617" y="6103499"/>
            <a:ext cx="324459" cy="1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DD1BA99-CEFE-311F-87EF-6650F06B1917}"/>
              </a:ext>
            </a:extLst>
          </p:cNvPr>
          <p:cNvSpPr>
            <a:spLocks/>
          </p:cNvSpPr>
          <p:nvPr/>
        </p:nvSpPr>
        <p:spPr>
          <a:xfrm>
            <a:off x="8400290" y="55886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6443312-394C-938A-7EE1-1925DB6D3F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7554568"/>
              </p:ext>
            </p:extLst>
          </p:nvPr>
        </p:nvGraphicFramePr>
        <p:xfrm>
          <a:off x="6317284" y="647654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21" name="Action Button: Go Hom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98B1EAC-DBAF-A5C5-2E7F-6EB002E94283}"/>
              </a:ext>
            </a:extLst>
          </p:cNvPr>
          <p:cNvSpPr>
            <a:spLocks/>
          </p:cNvSpPr>
          <p:nvPr/>
        </p:nvSpPr>
        <p:spPr>
          <a:xfrm>
            <a:off x="6431414" y="674892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7FB597-CDCE-0013-79F9-DD75F9D2C808}"/>
              </a:ext>
            </a:extLst>
          </p:cNvPr>
          <p:cNvSpPr>
            <a:spLocks/>
          </p:cNvSpPr>
          <p:nvPr/>
        </p:nvSpPr>
        <p:spPr>
          <a:xfrm>
            <a:off x="8750307" y="55886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2B6009-A327-4500-BA41-077DF985A290}"/>
              </a:ext>
            </a:extLst>
          </p:cNvPr>
          <p:cNvSpPr>
            <a:spLocks/>
          </p:cNvSpPr>
          <p:nvPr/>
        </p:nvSpPr>
        <p:spPr>
          <a:xfrm>
            <a:off x="8813609" y="55886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201573-0544-0755-F562-FD31FD880C0E}"/>
              </a:ext>
            </a:extLst>
          </p:cNvPr>
          <p:cNvSpPr>
            <a:spLocks/>
          </p:cNvSpPr>
          <p:nvPr/>
        </p:nvSpPr>
        <p:spPr>
          <a:xfrm>
            <a:off x="8695353" y="55886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997059-95AF-D632-D41E-69D880E999FC}"/>
              </a:ext>
            </a:extLst>
          </p:cNvPr>
          <p:cNvSpPr>
            <a:spLocks/>
          </p:cNvSpPr>
          <p:nvPr/>
        </p:nvSpPr>
        <p:spPr>
          <a:xfrm>
            <a:off x="6328586" y="151322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C0C542A3-424D-296B-7E00-4DBE5EAAF3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581" y="925774"/>
            <a:ext cx="531887" cy="33825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424C75-BAE1-8E9A-8733-626A53AC794C}"/>
              </a:ext>
            </a:extLst>
          </p:cNvPr>
          <p:cNvCxnSpPr>
            <a:cxnSpLocks/>
          </p:cNvCxnSpPr>
          <p:nvPr/>
        </p:nvCxnSpPr>
        <p:spPr>
          <a:xfrm>
            <a:off x="7525244" y="181923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4666263-A7AD-A30C-A019-BE439036DF46}"/>
              </a:ext>
            </a:extLst>
          </p:cNvPr>
          <p:cNvSpPr/>
          <p:nvPr/>
        </p:nvSpPr>
        <p:spPr>
          <a:xfrm>
            <a:off x="6431414" y="2415318"/>
            <a:ext cx="2405054" cy="22606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CD396F-0A5C-15F9-AC3A-3199D7EB9F3E}"/>
              </a:ext>
            </a:extLst>
          </p:cNvPr>
          <p:cNvSpPr/>
          <p:nvPr/>
        </p:nvSpPr>
        <p:spPr>
          <a:xfrm>
            <a:off x="6515557" y="2926316"/>
            <a:ext cx="1985548" cy="7568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600">
                <a:solidFill>
                  <a:schemeClr val="tx1"/>
                </a:solidFill>
              </a:rPr>
              <a:t>Chào bạn, sáng nay mình push code lên GitHub rồi mà app BNCloud không tự deploy như mọi khi. Giúp mình kiểm tra với ạ.</a:t>
            </a:r>
            <a:endParaRPr lang="en-US" sz="6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FD2C7183-DDD0-A9B5-7AD7-06983F9AAB17}"/>
              </a:ext>
            </a:extLst>
          </p:cNvPr>
          <p:cNvSpPr/>
          <p:nvPr/>
        </p:nvSpPr>
        <p:spPr>
          <a:xfrm>
            <a:off x="8571505" y="3090338"/>
            <a:ext cx="219619" cy="22014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06999F-01FC-2EB3-7E48-25C887CBE0F2}"/>
              </a:ext>
            </a:extLst>
          </p:cNvPr>
          <p:cNvSpPr/>
          <p:nvPr/>
        </p:nvSpPr>
        <p:spPr>
          <a:xfrm>
            <a:off x="6431414" y="4088243"/>
            <a:ext cx="2405054" cy="315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B88CC86-C724-004A-637F-15875EB62D82}"/>
              </a:ext>
            </a:extLst>
          </p:cNvPr>
          <p:cNvSpPr/>
          <p:nvPr/>
        </p:nvSpPr>
        <p:spPr>
          <a:xfrm>
            <a:off x="6431414" y="4087739"/>
            <a:ext cx="2405053" cy="577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8F807F5-C231-C211-E71E-510CD1BB6D80}"/>
              </a:ext>
            </a:extLst>
          </p:cNvPr>
          <p:cNvSpPr/>
          <p:nvPr/>
        </p:nvSpPr>
        <p:spPr>
          <a:xfrm>
            <a:off x="6532470" y="2533695"/>
            <a:ext cx="1985548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bg1"/>
                </a:solidFill>
              </a:rPr>
              <a:t>Yêu cầu hỗ trợ: Anh/chị hỗ trợ mình với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F56B5F9-CC29-F2BE-D994-183ED3E6C92A}"/>
              </a:ext>
            </a:extLst>
          </p:cNvPr>
          <p:cNvSpPr/>
          <p:nvPr/>
        </p:nvSpPr>
        <p:spPr>
          <a:xfrm>
            <a:off x="6532470" y="3825231"/>
            <a:ext cx="1985548" cy="52419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Thân gửi!</a:t>
            </a:r>
          </a:p>
          <a:p>
            <a:r>
              <a:rPr lang="en-US" sz="600">
                <a:solidFill>
                  <a:schemeClr val="tx1"/>
                </a:solidFill>
              </a:rPr>
              <a:t>Bạn Kiểm tra lại CODE nhé, bên kĩ thuật đã kiểm tra và không  thấy hệ thống lỗi, bạn thử kiểm tra chạy trên local trước nhé!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3B3D9D4-3804-92CF-5620-5428FAAE34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836" y="3096078"/>
            <a:ext cx="213467" cy="213467"/>
          </a:xfrm>
          <a:prstGeom prst="rect">
            <a:avLst/>
          </a:prstGeom>
        </p:spPr>
      </p:pic>
      <p:sp>
        <p:nvSpPr>
          <p:cNvPr id="98" name="Arrow: Left 97">
            <a:extLst>
              <a:ext uri="{FF2B5EF4-FFF2-40B4-BE49-F238E27FC236}">
                <a16:creationId xmlns:a16="http://schemas.microsoft.com/office/drawing/2014/main" id="{C07B77D6-A06F-CD22-EC6D-E2E5587EA767}"/>
              </a:ext>
            </a:extLst>
          </p:cNvPr>
          <p:cNvSpPr/>
          <p:nvPr/>
        </p:nvSpPr>
        <p:spPr>
          <a:xfrm>
            <a:off x="6382084" y="971979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076EF9B2-3168-2ECF-ADA7-968C555FA8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V="1">
            <a:off x="8569709" y="3859570"/>
            <a:ext cx="215066" cy="215066"/>
          </a:xfrm>
          <a:prstGeom prst="rect">
            <a:avLst/>
          </a:prstGeom>
        </p:spPr>
      </p:pic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6CE03C79-AE87-C9D9-29D5-82E33B2326D3}"/>
              </a:ext>
            </a:extLst>
          </p:cNvPr>
          <p:cNvSpPr/>
          <p:nvPr/>
        </p:nvSpPr>
        <p:spPr>
          <a:xfrm>
            <a:off x="3526560" y="2605036"/>
            <a:ext cx="219619" cy="22014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55DDFE60-38BB-FC10-98FE-CCECC067D2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891" y="2610776"/>
            <a:ext cx="213467" cy="213467"/>
          </a:xfrm>
          <a:prstGeom prst="rect">
            <a:avLst/>
          </a:prstGeom>
        </p:spPr>
      </p:pic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AF66AB58-2DF4-7021-D849-B4B8A84FC7BB}"/>
              </a:ext>
            </a:extLst>
          </p:cNvPr>
          <p:cNvSpPr/>
          <p:nvPr/>
        </p:nvSpPr>
        <p:spPr>
          <a:xfrm>
            <a:off x="6032551" y="2903677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9383A-E783-B268-122A-0761072F54F2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0000"/>
                </a:highlight>
              </a:rPr>
              <a:t>Admin: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A3FCA9-AFB9-4454-D766-B7EA9EC7B1D4}"/>
              </a:ext>
            </a:extLst>
          </p:cNvPr>
          <p:cNvSpPr/>
          <p:nvPr/>
        </p:nvSpPr>
        <p:spPr>
          <a:xfrm>
            <a:off x="5583924" y="2612615"/>
            <a:ext cx="157316" cy="1542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589E068-DA66-5B01-606A-22D95D011F4C}"/>
              </a:ext>
            </a:extLst>
          </p:cNvPr>
          <p:cNvSpPr/>
          <p:nvPr/>
        </p:nvSpPr>
        <p:spPr>
          <a:xfrm>
            <a:off x="9060315" y="2882018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97104D-B9C4-1BC3-D44C-52DF71A98F3D}"/>
              </a:ext>
            </a:extLst>
          </p:cNvPr>
          <p:cNvSpPr>
            <a:spLocks/>
          </p:cNvSpPr>
          <p:nvPr/>
        </p:nvSpPr>
        <p:spPr>
          <a:xfrm>
            <a:off x="9379657" y="538871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A2586C-FF9A-C1B3-3B57-3324C1F2E330}"/>
              </a:ext>
            </a:extLst>
          </p:cNvPr>
          <p:cNvSpPr>
            <a:spLocks/>
          </p:cNvSpPr>
          <p:nvPr/>
        </p:nvSpPr>
        <p:spPr>
          <a:xfrm>
            <a:off x="9462058" y="131484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F3637E-3CC6-A3AB-10D2-384C3659C7C3}"/>
              </a:ext>
            </a:extLst>
          </p:cNvPr>
          <p:cNvSpPr>
            <a:spLocks/>
          </p:cNvSpPr>
          <p:nvPr/>
        </p:nvSpPr>
        <p:spPr>
          <a:xfrm>
            <a:off x="9414253" y="4706674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7F9EBF-3133-CF32-E272-2E322E075424}"/>
              </a:ext>
            </a:extLst>
          </p:cNvPr>
          <p:cNvSpPr txBox="1">
            <a:spLocks/>
          </p:cNvSpPr>
          <p:nvPr/>
        </p:nvSpPr>
        <p:spPr>
          <a:xfrm>
            <a:off x="9515556" y="4784542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CEE31E2-CA74-748F-26A5-123A309C6A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1079786"/>
              </p:ext>
            </p:extLst>
          </p:nvPr>
        </p:nvGraphicFramePr>
        <p:xfrm>
          <a:off x="9498216" y="6105567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36" name="Picture 35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2D4B1F7D-E6F5-E77A-F841-F424169A6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376" y="6161129"/>
            <a:ext cx="113057" cy="113057"/>
          </a:xfrm>
          <a:prstGeom prst="rect">
            <a:avLst/>
          </a:prstGeom>
        </p:spPr>
      </p:pic>
      <p:pic>
        <p:nvPicPr>
          <p:cNvPr id="43" name="Picture 42" descr="A blue and white logo&#10;&#10;AI-generated content may be incorrect.">
            <a:extLst>
              <a:ext uri="{FF2B5EF4-FFF2-40B4-BE49-F238E27FC236}">
                <a16:creationId xmlns:a16="http://schemas.microsoft.com/office/drawing/2014/main" id="{9F4A8492-0529-5DD1-297A-B98E3B7B57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089" y="6134212"/>
            <a:ext cx="324459" cy="1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E30AFEF-C919-0F19-97A2-E60B8C061FCE}"/>
              </a:ext>
            </a:extLst>
          </p:cNvPr>
          <p:cNvSpPr>
            <a:spLocks/>
          </p:cNvSpPr>
          <p:nvPr/>
        </p:nvSpPr>
        <p:spPr>
          <a:xfrm>
            <a:off x="11533762" y="589581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94F42294-B271-F360-7206-DA633BA65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354043"/>
              </p:ext>
            </p:extLst>
          </p:nvPr>
        </p:nvGraphicFramePr>
        <p:xfrm>
          <a:off x="9450756" y="678367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46" name="Action Button: Go Home 4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DF76278-C15E-FB71-6277-4310DE9D5DC7}"/>
              </a:ext>
            </a:extLst>
          </p:cNvPr>
          <p:cNvSpPr>
            <a:spLocks/>
          </p:cNvSpPr>
          <p:nvPr/>
        </p:nvSpPr>
        <p:spPr>
          <a:xfrm>
            <a:off x="9564886" y="705605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AB10A9-D2DE-205A-FD73-22BA95143C27}"/>
              </a:ext>
            </a:extLst>
          </p:cNvPr>
          <p:cNvSpPr>
            <a:spLocks/>
          </p:cNvSpPr>
          <p:nvPr/>
        </p:nvSpPr>
        <p:spPr>
          <a:xfrm>
            <a:off x="11883779" y="589581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6A2D2A-E414-9A69-68DC-7A7F0F5DF1DF}"/>
              </a:ext>
            </a:extLst>
          </p:cNvPr>
          <p:cNvSpPr>
            <a:spLocks/>
          </p:cNvSpPr>
          <p:nvPr/>
        </p:nvSpPr>
        <p:spPr>
          <a:xfrm>
            <a:off x="11947081" y="589581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251FF7-ECF1-C0D3-65C8-2ED751926F63}"/>
              </a:ext>
            </a:extLst>
          </p:cNvPr>
          <p:cNvSpPr>
            <a:spLocks/>
          </p:cNvSpPr>
          <p:nvPr/>
        </p:nvSpPr>
        <p:spPr>
          <a:xfrm>
            <a:off x="11828825" y="589581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E9A3ED7-9923-E987-736F-F1B899008685}"/>
              </a:ext>
            </a:extLst>
          </p:cNvPr>
          <p:cNvSpPr>
            <a:spLocks/>
          </p:cNvSpPr>
          <p:nvPr/>
        </p:nvSpPr>
        <p:spPr>
          <a:xfrm>
            <a:off x="9462058" y="1543937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Picture 65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C5BCB3CA-8FFC-C8DD-87C9-9585C4FCC0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053" y="956487"/>
            <a:ext cx="531887" cy="338256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9D35FD8-791B-290D-3D80-B5760E86F2B4}"/>
              </a:ext>
            </a:extLst>
          </p:cNvPr>
          <p:cNvCxnSpPr>
            <a:cxnSpLocks/>
          </p:cNvCxnSpPr>
          <p:nvPr/>
        </p:nvCxnSpPr>
        <p:spPr>
          <a:xfrm>
            <a:off x="10658716" y="184995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40A5DFD-5DF8-2C46-E72B-26A9857C3A5A}"/>
              </a:ext>
            </a:extLst>
          </p:cNvPr>
          <p:cNvSpPr/>
          <p:nvPr/>
        </p:nvSpPr>
        <p:spPr>
          <a:xfrm>
            <a:off x="9564886" y="2615360"/>
            <a:ext cx="2405054" cy="2091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US" sz="800">
              <a:solidFill>
                <a:prstClr val="white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E0288A0-B2AB-513A-1273-09C862B32B84}"/>
              </a:ext>
            </a:extLst>
          </p:cNvPr>
          <p:cNvSpPr/>
          <p:nvPr/>
        </p:nvSpPr>
        <p:spPr>
          <a:xfrm>
            <a:off x="10308963" y="1999107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FBDC037-FBA7-1EBC-C496-666A8B074B07}"/>
              </a:ext>
            </a:extLst>
          </p:cNvPr>
          <p:cNvSpPr/>
          <p:nvPr/>
        </p:nvSpPr>
        <p:spPr>
          <a:xfrm>
            <a:off x="9930252" y="2660287"/>
            <a:ext cx="1972405" cy="3048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bg1"/>
                </a:solidFill>
              </a:rPr>
              <a:t>Yêu cầu hỗ trợ: </a:t>
            </a:r>
            <a:r>
              <a:rPr lang="en-US" sz="700">
                <a:solidFill>
                  <a:schemeClr val="bg1"/>
                </a:solidFill>
              </a:rPr>
              <a:t>Anh/chị hỗ trợ mình với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85FF8D8A-AC0D-9077-34BA-AFB5846FD50E}"/>
              </a:ext>
            </a:extLst>
          </p:cNvPr>
          <p:cNvSpPr/>
          <p:nvPr/>
        </p:nvSpPr>
        <p:spPr>
          <a:xfrm>
            <a:off x="9490457" y="964209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BA54252D-F3CF-5C36-1841-0979EDA260DF}"/>
              </a:ext>
            </a:extLst>
          </p:cNvPr>
          <p:cNvSpPr/>
          <p:nvPr/>
        </p:nvSpPr>
        <p:spPr>
          <a:xfrm>
            <a:off x="9646632" y="2731628"/>
            <a:ext cx="219619" cy="22014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64F49A7C-3C6A-91EF-1D6E-199C96132F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963" y="2737368"/>
            <a:ext cx="213467" cy="21346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89800ADE-B8E9-8B85-F4FE-03401EDCDC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5120" y="2748784"/>
            <a:ext cx="159767" cy="159767"/>
          </a:xfrm>
          <a:prstGeom prst="rect">
            <a:avLst/>
          </a:prstGeom>
        </p:spPr>
      </p:pic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35855C0A-F750-98A6-CA08-2E0211F4A0B8}"/>
              </a:ext>
            </a:extLst>
          </p:cNvPr>
          <p:cNvSpPr/>
          <p:nvPr/>
        </p:nvSpPr>
        <p:spPr>
          <a:xfrm>
            <a:off x="7149408" y="1979585"/>
            <a:ext cx="1155173" cy="2256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Kênh hỗ trợ</a:t>
            </a:r>
          </a:p>
        </p:txBody>
      </p:sp>
    </p:spTree>
    <p:extLst>
      <p:ext uri="{BB962C8B-B14F-4D97-AF65-F5344CB8AC3E}">
        <p14:creationId xmlns:p14="http://schemas.microsoft.com/office/powerpoint/2010/main" val="322973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5CBA-F4B3-A47F-C441-F135FFD0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54024BB-6DC3-5F5E-90E0-24C84C70964A}"/>
              </a:ext>
            </a:extLst>
          </p:cNvPr>
          <p:cNvSpPr>
            <a:spLocks/>
          </p:cNvSpPr>
          <p:nvPr/>
        </p:nvSpPr>
        <p:spPr>
          <a:xfrm>
            <a:off x="1529214" y="548652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32562F-3F83-71C0-4822-E0AF206FD4D1}"/>
              </a:ext>
            </a:extLst>
          </p:cNvPr>
          <p:cNvSpPr>
            <a:spLocks/>
          </p:cNvSpPr>
          <p:nvPr/>
        </p:nvSpPr>
        <p:spPr>
          <a:xfrm>
            <a:off x="1956850" y="238422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4E733F-5080-F40C-8637-D819C6731117}"/>
              </a:ext>
            </a:extLst>
          </p:cNvPr>
          <p:cNvSpPr>
            <a:spLocks/>
          </p:cNvSpPr>
          <p:nvPr/>
        </p:nvSpPr>
        <p:spPr>
          <a:xfrm>
            <a:off x="1943642" y="2882005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AD0602-4C91-FB0F-E6D2-09C8D97AB510}"/>
              </a:ext>
            </a:extLst>
          </p:cNvPr>
          <p:cNvSpPr>
            <a:spLocks/>
          </p:cNvSpPr>
          <p:nvPr/>
        </p:nvSpPr>
        <p:spPr>
          <a:xfrm>
            <a:off x="1567186" y="1334915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35997B-18A1-B96F-2745-2372C3013449}"/>
              </a:ext>
            </a:extLst>
          </p:cNvPr>
          <p:cNvSpPr>
            <a:spLocks/>
          </p:cNvSpPr>
          <p:nvPr/>
        </p:nvSpPr>
        <p:spPr>
          <a:xfrm>
            <a:off x="1519381" y="4726743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245053-998F-B77A-2940-A5C1E98A6118}"/>
              </a:ext>
            </a:extLst>
          </p:cNvPr>
          <p:cNvSpPr txBox="1">
            <a:spLocks/>
          </p:cNvSpPr>
          <p:nvPr/>
        </p:nvSpPr>
        <p:spPr>
          <a:xfrm>
            <a:off x="1620684" y="4804611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D552DCC-4F0B-97B8-F549-B2DDE0FA2830}"/>
              </a:ext>
            </a:extLst>
          </p:cNvPr>
          <p:cNvGraphicFramePr>
            <a:graphicFrameLocks/>
          </p:cNvGraphicFramePr>
          <p:nvPr/>
        </p:nvGraphicFramePr>
        <p:xfrm>
          <a:off x="1630516" y="6126911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52" name="Picture 51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3BD6DF22-D395-1056-A4F1-5D88CAA32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504" y="6181198"/>
            <a:ext cx="113057" cy="113057"/>
          </a:xfrm>
          <a:prstGeom prst="rect">
            <a:avLst/>
          </a:prstGeom>
        </p:spPr>
      </p:pic>
      <p:pic>
        <p:nvPicPr>
          <p:cNvPr id="53" name="Picture 52" descr="A blue and white logo&#10;&#10;AI-generated content may be incorrect.">
            <a:extLst>
              <a:ext uri="{FF2B5EF4-FFF2-40B4-BE49-F238E27FC236}">
                <a16:creationId xmlns:a16="http://schemas.microsoft.com/office/drawing/2014/main" id="{A69908EC-B1EC-CD8E-112F-B815AE224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17" y="6154281"/>
            <a:ext cx="324459" cy="1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BC3D475B-0F6E-2650-7EF9-A5ADD00EF088}"/>
              </a:ext>
            </a:extLst>
          </p:cNvPr>
          <p:cNvSpPr>
            <a:spLocks/>
          </p:cNvSpPr>
          <p:nvPr/>
        </p:nvSpPr>
        <p:spPr>
          <a:xfrm>
            <a:off x="3638890" y="609650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2F4F6E-628D-3C2C-FA0B-737E6428E556}"/>
              </a:ext>
            </a:extLst>
          </p:cNvPr>
          <p:cNvSpPr>
            <a:spLocks/>
          </p:cNvSpPr>
          <p:nvPr/>
        </p:nvSpPr>
        <p:spPr>
          <a:xfrm>
            <a:off x="3988907" y="609650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CD579C8-B2D3-1ACA-F150-627BB530C4E1}"/>
              </a:ext>
            </a:extLst>
          </p:cNvPr>
          <p:cNvSpPr>
            <a:spLocks/>
          </p:cNvSpPr>
          <p:nvPr/>
        </p:nvSpPr>
        <p:spPr>
          <a:xfrm>
            <a:off x="4052209" y="609650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A837A4-5547-DF11-17B3-FEDBD1FBF6F1}"/>
              </a:ext>
            </a:extLst>
          </p:cNvPr>
          <p:cNvSpPr>
            <a:spLocks/>
          </p:cNvSpPr>
          <p:nvPr/>
        </p:nvSpPr>
        <p:spPr>
          <a:xfrm>
            <a:off x="3933953" y="609650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2E9432-27EB-AFEB-562B-84240BBCE902}"/>
              </a:ext>
            </a:extLst>
          </p:cNvPr>
          <p:cNvSpPr>
            <a:spLocks/>
          </p:cNvSpPr>
          <p:nvPr/>
        </p:nvSpPr>
        <p:spPr>
          <a:xfrm>
            <a:off x="1567186" y="1564006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6B212E9-FBAF-1AA7-C7F8-222CBADA2C38}"/>
              </a:ext>
            </a:extLst>
          </p:cNvPr>
          <p:cNvSpPr>
            <a:spLocks/>
          </p:cNvSpPr>
          <p:nvPr/>
        </p:nvSpPr>
        <p:spPr>
          <a:xfrm>
            <a:off x="1956850" y="1916253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082F3B7-25AA-F5CC-5731-D80E2E5F2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208" y="2450635"/>
            <a:ext cx="164218" cy="164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79A23E3-5D85-9B2B-7045-010BE38D1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042" y="2016557"/>
            <a:ext cx="164218" cy="1642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F3D0595-4603-6B19-F3FB-A19FBA25F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2185" y="2955108"/>
            <a:ext cx="178843" cy="17884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8488BFDD-729D-DCAB-647C-96AB059BAEE7}"/>
              </a:ext>
            </a:extLst>
          </p:cNvPr>
          <p:cNvSpPr>
            <a:spLocks/>
          </p:cNvSpPr>
          <p:nvPr/>
        </p:nvSpPr>
        <p:spPr>
          <a:xfrm>
            <a:off x="1943642" y="3847837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9238451A-C424-C353-B84C-D3AFFF8EE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7089" y="3917723"/>
            <a:ext cx="168129" cy="168129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1D3F9174-87CC-40AE-838A-2CC32CE29F99}"/>
              </a:ext>
            </a:extLst>
          </p:cNvPr>
          <p:cNvSpPr>
            <a:spLocks/>
          </p:cNvSpPr>
          <p:nvPr/>
        </p:nvSpPr>
        <p:spPr>
          <a:xfrm>
            <a:off x="1943642" y="336680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óa đơn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AB4EA190-B999-F22A-E682-B9ABC579EA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1989202" y="3458767"/>
            <a:ext cx="176016" cy="176016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B2C2737-5514-D071-C99E-2592BA25A1D4}"/>
              </a:ext>
            </a:extLst>
          </p:cNvPr>
          <p:cNvGraphicFramePr>
            <a:graphicFrameLocks/>
          </p:cNvGraphicFramePr>
          <p:nvPr/>
        </p:nvGraphicFramePr>
        <p:xfrm>
          <a:off x="1567186" y="70943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3" name="Action Button: Go Home 3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5D196C-42C8-59D8-991F-57230AF2500A}"/>
              </a:ext>
            </a:extLst>
          </p:cNvPr>
          <p:cNvSpPr>
            <a:spLocks/>
          </p:cNvSpPr>
          <p:nvPr/>
        </p:nvSpPr>
        <p:spPr>
          <a:xfrm>
            <a:off x="1681316" y="73667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8" name="Picture 3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29B0440-DA79-15FA-537F-A447434336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190" y="994566"/>
            <a:ext cx="531887" cy="338256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1A13E6D-C042-9B30-409D-0AD012B9E621}"/>
              </a:ext>
            </a:extLst>
          </p:cNvPr>
          <p:cNvCxnSpPr>
            <a:cxnSpLocks/>
          </p:cNvCxnSpPr>
          <p:nvPr/>
        </p:nvCxnSpPr>
        <p:spPr>
          <a:xfrm>
            <a:off x="2770321" y="424043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813934E-9E1A-6565-9C88-474FCAF6F44B}"/>
              </a:ext>
            </a:extLst>
          </p:cNvPr>
          <p:cNvCxnSpPr>
            <a:cxnSpLocks/>
          </p:cNvCxnSpPr>
          <p:nvPr/>
        </p:nvCxnSpPr>
        <p:spPr>
          <a:xfrm>
            <a:off x="2761012" y="187345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2C74E890-9797-3895-29E8-CC1107A27A76}"/>
              </a:ext>
            </a:extLst>
          </p:cNvPr>
          <p:cNvSpPr/>
          <p:nvPr/>
        </p:nvSpPr>
        <p:spPr>
          <a:xfrm>
            <a:off x="4304381" y="292070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1F80AFDE-A1E1-D279-7CB1-0995EBBDF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041" y="6202164"/>
            <a:ext cx="324459" cy="162000"/>
          </a:xfrm>
          <a:prstGeom prst="rect">
            <a:avLst/>
          </a:prstGeom>
        </p:spPr>
      </p:pic>
      <p:sp>
        <p:nvSpPr>
          <p:cNvPr id="21" name="Action Button: Go Hom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471BCF2-AE1F-A2E4-E42C-0081A0CD47BD}"/>
              </a:ext>
            </a:extLst>
          </p:cNvPr>
          <p:cNvSpPr>
            <a:spLocks/>
          </p:cNvSpPr>
          <p:nvPr/>
        </p:nvSpPr>
        <p:spPr>
          <a:xfrm>
            <a:off x="6381838" y="77355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8" name="Arrow: Left 97">
            <a:extLst>
              <a:ext uri="{FF2B5EF4-FFF2-40B4-BE49-F238E27FC236}">
                <a16:creationId xmlns:a16="http://schemas.microsoft.com/office/drawing/2014/main" id="{2C745C6F-D338-C8D6-0746-BC343EEEDD24}"/>
              </a:ext>
            </a:extLst>
          </p:cNvPr>
          <p:cNvSpPr/>
          <p:nvPr/>
        </p:nvSpPr>
        <p:spPr>
          <a:xfrm>
            <a:off x="6332508" y="1070644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B38A664D-0A21-1BE5-C2F8-140A3C23BDA1}"/>
              </a:ext>
            </a:extLst>
          </p:cNvPr>
          <p:cNvSpPr/>
          <p:nvPr/>
        </p:nvSpPr>
        <p:spPr>
          <a:xfrm>
            <a:off x="5982975" y="300234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93A37-26FB-CC8C-26F3-FBADF25AF06D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0000"/>
                </a:highlight>
              </a:rPr>
              <a:t>Admin: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74E8F45-DA47-86F0-5400-08CE08CCBD1E}"/>
              </a:ext>
            </a:extLst>
          </p:cNvPr>
          <p:cNvSpPr>
            <a:spLocks/>
          </p:cNvSpPr>
          <p:nvPr/>
        </p:nvSpPr>
        <p:spPr>
          <a:xfrm>
            <a:off x="4617181" y="60769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BF135C7-4E5F-C8E3-5DAD-AD16FB7DCC4B}"/>
              </a:ext>
            </a:extLst>
          </p:cNvPr>
          <p:cNvSpPr>
            <a:spLocks/>
          </p:cNvSpPr>
          <p:nvPr/>
        </p:nvSpPr>
        <p:spPr>
          <a:xfrm>
            <a:off x="4639868" y="134675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E2E7494-D459-6933-C06C-0B796FE9D958}"/>
              </a:ext>
            </a:extLst>
          </p:cNvPr>
          <p:cNvSpPr>
            <a:spLocks/>
          </p:cNvSpPr>
          <p:nvPr/>
        </p:nvSpPr>
        <p:spPr>
          <a:xfrm>
            <a:off x="4592063" y="4738580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C3DA16-5FCF-E63A-EBAF-AF89488E85BD}"/>
              </a:ext>
            </a:extLst>
          </p:cNvPr>
          <p:cNvSpPr txBox="1">
            <a:spLocks/>
          </p:cNvSpPr>
          <p:nvPr/>
        </p:nvSpPr>
        <p:spPr>
          <a:xfrm>
            <a:off x="4693366" y="4816448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C4DBCCE6-12BC-2B63-1082-1EA0B9AFF2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391237"/>
              </p:ext>
            </p:extLst>
          </p:nvPr>
        </p:nvGraphicFramePr>
        <p:xfrm>
          <a:off x="4676026" y="6137473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51" name="Picture 15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6C57065C-A5E4-9FA5-EB9D-0D5F1E9F1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186" y="6193035"/>
            <a:ext cx="113057" cy="113057"/>
          </a:xfrm>
          <a:prstGeom prst="rect">
            <a:avLst/>
          </a:prstGeom>
        </p:spPr>
      </p:pic>
      <p:pic>
        <p:nvPicPr>
          <p:cNvPr id="152" name="Picture 151" descr="A blue and white logo&#10;&#10;AI-generated content may be incorrect.">
            <a:extLst>
              <a:ext uri="{FF2B5EF4-FFF2-40B4-BE49-F238E27FC236}">
                <a16:creationId xmlns:a16="http://schemas.microsoft.com/office/drawing/2014/main" id="{D0FD9968-DE42-4248-35D6-96A740A96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899" y="6166118"/>
            <a:ext cx="324459" cy="162000"/>
          </a:xfrm>
          <a:prstGeom prst="rect">
            <a:avLst/>
          </a:prstGeom>
        </p:spPr>
      </p:pic>
      <p:sp>
        <p:nvSpPr>
          <p:cNvPr id="153" name="Rectangle 152">
            <a:extLst>
              <a:ext uri="{FF2B5EF4-FFF2-40B4-BE49-F238E27FC236}">
                <a16:creationId xmlns:a16="http://schemas.microsoft.com/office/drawing/2014/main" id="{711222F7-8C7D-03B0-B7DD-2955E29BCFED}"/>
              </a:ext>
            </a:extLst>
          </p:cNvPr>
          <p:cNvSpPr>
            <a:spLocks/>
          </p:cNvSpPr>
          <p:nvPr/>
        </p:nvSpPr>
        <p:spPr>
          <a:xfrm>
            <a:off x="6702075" y="681924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98F17920-ED04-73F9-77F4-FDFB3A93C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829524"/>
              </p:ext>
            </p:extLst>
          </p:nvPr>
        </p:nvGraphicFramePr>
        <p:xfrm>
          <a:off x="4641123" y="752393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55" name="Action Button: Go Home 15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8FA0FF3-6F7C-2A91-7ADC-514C8BEA2A1F}"/>
              </a:ext>
            </a:extLst>
          </p:cNvPr>
          <p:cNvSpPr>
            <a:spLocks/>
          </p:cNvSpPr>
          <p:nvPr/>
        </p:nvSpPr>
        <p:spPr>
          <a:xfrm>
            <a:off x="4742696" y="767095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C6A69E9-C983-7332-0F2B-17DAF99B11C5}"/>
              </a:ext>
            </a:extLst>
          </p:cNvPr>
          <p:cNvSpPr>
            <a:spLocks/>
          </p:cNvSpPr>
          <p:nvPr/>
        </p:nvSpPr>
        <p:spPr>
          <a:xfrm>
            <a:off x="7052092" y="681924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A6A45BF-183B-A9B3-8FE7-CCE2FCD25AC3}"/>
              </a:ext>
            </a:extLst>
          </p:cNvPr>
          <p:cNvSpPr>
            <a:spLocks/>
          </p:cNvSpPr>
          <p:nvPr/>
        </p:nvSpPr>
        <p:spPr>
          <a:xfrm>
            <a:off x="7115394" y="681924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F7F2760-BE84-0A08-2CD8-E0D50BF652D6}"/>
              </a:ext>
            </a:extLst>
          </p:cNvPr>
          <p:cNvSpPr>
            <a:spLocks/>
          </p:cNvSpPr>
          <p:nvPr/>
        </p:nvSpPr>
        <p:spPr>
          <a:xfrm>
            <a:off x="6997138" y="681924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ED8B77A-3F6F-0955-DAE8-F4416F13BE1F}"/>
              </a:ext>
            </a:extLst>
          </p:cNvPr>
          <p:cNvSpPr>
            <a:spLocks/>
          </p:cNvSpPr>
          <p:nvPr/>
        </p:nvSpPr>
        <p:spPr>
          <a:xfrm>
            <a:off x="4639868" y="157584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1" name="Picture 160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0FFCC3E6-D9C0-DDD2-EC77-1D23A1BDF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863" y="988393"/>
            <a:ext cx="531887" cy="338256"/>
          </a:xfrm>
          <a:prstGeom prst="rect">
            <a:avLst/>
          </a:prstGeom>
        </p:spPr>
      </p:pic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97520F1-303D-2122-3502-124BF479E3EB}"/>
              </a:ext>
            </a:extLst>
          </p:cNvPr>
          <p:cNvCxnSpPr>
            <a:cxnSpLocks/>
          </p:cNvCxnSpPr>
          <p:nvPr/>
        </p:nvCxnSpPr>
        <p:spPr>
          <a:xfrm>
            <a:off x="5836526" y="188185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4A892C5-E13C-D10F-A3A5-05A4C5FF33F7}"/>
              </a:ext>
            </a:extLst>
          </p:cNvPr>
          <p:cNvCxnSpPr>
            <a:cxnSpLocks/>
          </p:cNvCxnSpPr>
          <p:nvPr/>
        </p:nvCxnSpPr>
        <p:spPr>
          <a:xfrm>
            <a:off x="5897869" y="468042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F064699B-C616-B31F-EB1C-480AA203C1E9}"/>
              </a:ext>
            </a:extLst>
          </p:cNvPr>
          <p:cNvSpPr>
            <a:spLocks/>
          </p:cNvSpPr>
          <p:nvPr/>
        </p:nvSpPr>
        <p:spPr>
          <a:xfrm>
            <a:off x="4742696" y="2064715"/>
            <a:ext cx="2382195" cy="232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     Tìm kiểm              </a:t>
            </a:r>
          </a:p>
        </p:txBody>
      </p:sp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C5142FC1-8F52-D364-40A3-0BAA61C3CA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699625"/>
              </p:ext>
            </p:extLst>
          </p:nvPr>
        </p:nvGraphicFramePr>
        <p:xfrm>
          <a:off x="4787895" y="2436233"/>
          <a:ext cx="2359856" cy="214477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7238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Vudinh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1072389"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4C2311AF-2269-EAA3-C267-4A9628C1A1BC}"/>
              </a:ext>
            </a:extLst>
          </p:cNvPr>
          <p:cNvSpPr>
            <a:spLocks/>
          </p:cNvSpPr>
          <p:nvPr/>
        </p:nvSpPr>
        <p:spPr>
          <a:xfrm>
            <a:off x="5051203" y="3351335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  <p:sp>
        <p:nvSpPr>
          <p:cNvPr id="212" name="Arrow: Right 211">
            <a:extLst>
              <a:ext uri="{FF2B5EF4-FFF2-40B4-BE49-F238E27FC236}">
                <a16:creationId xmlns:a16="http://schemas.microsoft.com/office/drawing/2014/main" id="{B16C78BA-4311-7E57-2AE6-3F6B454AF410}"/>
              </a:ext>
            </a:extLst>
          </p:cNvPr>
          <p:cNvSpPr/>
          <p:nvPr/>
        </p:nvSpPr>
        <p:spPr>
          <a:xfrm>
            <a:off x="7464083" y="303403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artoon of a person&#10;&#10;AI-generated content may be incorrect.">
            <a:extLst>
              <a:ext uri="{FF2B5EF4-FFF2-40B4-BE49-F238E27FC236}">
                <a16:creationId xmlns:a16="http://schemas.microsoft.com/office/drawing/2014/main" id="{286D2458-D34D-473F-BF86-DE657B163F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625" y="2723710"/>
            <a:ext cx="415301" cy="415301"/>
          </a:xfrm>
          <a:prstGeom prst="rect">
            <a:avLst/>
          </a:prstGeom>
        </p:spPr>
      </p:pic>
      <p:pic>
        <p:nvPicPr>
          <p:cNvPr id="55" name="Picture 54" descr="A blue and white logo&#10;&#10;AI-generated content may be incorrect.">
            <a:extLst>
              <a:ext uri="{FF2B5EF4-FFF2-40B4-BE49-F238E27FC236}">
                <a16:creationId xmlns:a16="http://schemas.microsoft.com/office/drawing/2014/main" id="{15E01CEF-8D49-2CA9-3B2A-313846014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544" y="6202164"/>
            <a:ext cx="324459" cy="162000"/>
          </a:xfrm>
          <a:prstGeom prst="rect">
            <a:avLst/>
          </a:prstGeom>
        </p:spPr>
      </p:pic>
      <p:sp>
        <p:nvSpPr>
          <p:cNvPr id="59" name="Action Button: Go Home 5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B8F5912-BBC2-E1FA-B9B5-D17B308000DB}"/>
              </a:ext>
            </a:extLst>
          </p:cNvPr>
          <p:cNvSpPr>
            <a:spLocks/>
          </p:cNvSpPr>
          <p:nvPr/>
        </p:nvSpPr>
        <p:spPr>
          <a:xfrm>
            <a:off x="9575341" y="773557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Arrow: Left 61">
            <a:extLst>
              <a:ext uri="{FF2B5EF4-FFF2-40B4-BE49-F238E27FC236}">
                <a16:creationId xmlns:a16="http://schemas.microsoft.com/office/drawing/2014/main" id="{F031A315-7F74-0638-3855-0029B7B33043}"/>
              </a:ext>
            </a:extLst>
          </p:cNvPr>
          <p:cNvSpPr/>
          <p:nvPr/>
        </p:nvSpPr>
        <p:spPr>
          <a:xfrm>
            <a:off x="9526011" y="1070644"/>
            <a:ext cx="107574" cy="85354"/>
          </a:xfrm>
          <a:prstGeom prst="leftArrow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1EEC4D66-9F29-E4C0-12BA-0580C4EDF2E9}"/>
              </a:ext>
            </a:extLst>
          </p:cNvPr>
          <p:cNvSpPr/>
          <p:nvPr/>
        </p:nvSpPr>
        <p:spPr>
          <a:xfrm>
            <a:off x="9176478" y="3002342"/>
            <a:ext cx="204830" cy="189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5B799C-DBF4-EB9D-F72F-07B70A44E3DE}"/>
              </a:ext>
            </a:extLst>
          </p:cNvPr>
          <p:cNvSpPr>
            <a:spLocks/>
          </p:cNvSpPr>
          <p:nvPr/>
        </p:nvSpPr>
        <p:spPr>
          <a:xfrm>
            <a:off x="7810684" y="607696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344B0C-C80D-8DB7-E007-3A58AC7D7AE8}"/>
              </a:ext>
            </a:extLst>
          </p:cNvPr>
          <p:cNvSpPr>
            <a:spLocks/>
          </p:cNvSpPr>
          <p:nvPr/>
        </p:nvSpPr>
        <p:spPr>
          <a:xfrm>
            <a:off x="7833371" y="134675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B6204FE-79CD-E076-D49A-F0780D4B09E4}"/>
              </a:ext>
            </a:extLst>
          </p:cNvPr>
          <p:cNvSpPr>
            <a:spLocks/>
          </p:cNvSpPr>
          <p:nvPr/>
        </p:nvSpPr>
        <p:spPr>
          <a:xfrm>
            <a:off x="7785566" y="4738580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7601B-661C-220E-F88B-EA7230ECDF56}"/>
              </a:ext>
            </a:extLst>
          </p:cNvPr>
          <p:cNvSpPr txBox="1">
            <a:spLocks/>
          </p:cNvSpPr>
          <p:nvPr/>
        </p:nvSpPr>
        <p:spPr>
          <a:xfrm>
            <a:off x="7886869" y="4816448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2C931B46-A174-ABAE-D8D2-D6D39C1B0F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391237"/>
              </p:ext>
            </p:extLst>
          </p:nvPr>
        </p:nvGraphicFramePr>
        <p:xfrm>
          <a:off x="7869529" y="6137473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71" name="Picture 7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6A626E76-9E78-B013-E181-033CC64ED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89" y="6193035"/>
            <a:ext cx="113057" cy="113057"/>
          </a:xfrm>
          <a:prstGeom prst="rect">
            <a:avLst/>
          </a:prstGeom>
        </p:spPr>
      </p:pic>
      <p:pic>
        <p:nvPicPr>
          <p:cNvPr id="72" name="Picture 71" descr="A blue and white logo&#10;&#10;AI-generated content may be incorrect.">
            <a:extLst>
              <a:ext uri="{FF2B5EF4-FFF2-40B4-BE49-F238E27FC236}">
                <a16:creationId xmlns:a16="http://schemas.microsoft.com/office/drawing/2014/main" id="{2541ECFB-CECE-9CBC-F0FF-143390FA0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402" y="6166118"/>
            <a:ext cx="324459" cy="16200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ACC7E5B-47DC-0FB3-B4BF-2E0023EC89F6}"/>
              </a:ext>
            </a:extLst>
          </p:cNvPr>
          <p:cNvSpPr>
            <a:spLocks/>
          </p:cNvSpPr>
          <p:nvPr/>
        </p:nvSpPr>
        <p:spPr>
          <a:xfrm>
            <a:off x="9895578" y="681924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39B15BBC-D25E-59B9-1E43-4418501C5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829524"/>
              </p:ext>
            </p:extLst>
          </p:nvPr>
        </p:nvGraphicFramePr>
        <p:xfrm>
          <a:off x="7834626" y="752393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75" name="Action Button: Go Home 7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A1C3CC8-BF5D-8F99-36A2-2770BA870FDB}"/>
              </a:ext>
            </a:extLst>
          </p:cNvPr>
          <p:cNvSpPr>
            <a:spLocks/>
          </p:cNvSpPr>
          <p:nvPr/>
        </p:nvSpPr>
        <p:spPr>
          <a:xfrm>
            <a:off x="7936199" y="767095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6B7E6AF-D445-A0D9-BB95-48C96B7C90E0}"/>
              </a:ext>
            </a:extLst>
          </p:cNvPr>
          <p:cNvSpPr>
            <a:spLocks/>
          </p:cNvSpPr>
          <p:nvPr/>
        </p:nvSpPr>
        <p:spPr>
          <a:xfrm>
            <a:off x="10245595" y="681924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306D84D-5B97-DB85-EED7-A9684A2CEF4D}"/>
              </a:ext>
            </a:extLst>
          </p:cNvPr>
          <p:cNvSpPr>
            <a:spLocks/>
          </p:cNvSpPr>
          <p:nvPr/>
        </p:nvSpPr>
        <p:spPr>
          <a:xfrm>
            <a:off x="10308897" y="681924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5D1AA0-2B27-26CE-26D5-0B789FA1A12E}"/>
              </a:ext>
            </a:extLst>
          </p:cNvPr>
          <p:cNvSpPr>
            <a:spLocks/>
          </p:cNvSpPr>
          <p:nvPr/>
        </p:nvSpPr>
        <p:spPr>
          <a:xfrm>
            <a:off x="10190641" y="681924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B65A858-01F6-4D56-51ED-A9C117D1E809}"/>
              </a:ext>
            </a:extLst>
          </p:cNvPr>
          <p:cNvSpPr>
            <a:spLocks/>
          </p:cNvSpPr>
          <p:nvPr/>
        </p:nvSpPr>
        <p:spPr>
          <a:xfrm>
            <a:off x="7833371" y="157584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Picture 79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734189DA-5AA3-2AA6-1CA1-F57EB88F5A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366" y="988393"/>
            <a:ext cx="531887" cy="338256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93A74D-91A1-E736-7239-2B28FF3CF376}"/>
              </a:ext>
            </a:extLst>
          </p:cNvPr>
          <p:cNvCxnSpPr>
            <a:cxnSpLocks/>
          </p:cNvCxnSpPr>
          <p:nvPr/>
        </p:nvCxnSpPr>
        <p:spPr>
          <a:xfrm>
            <a:off x="9030029" y="188185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C1F161-0179-36DC-3719-59EC029E3750}"/>
              </a:ext>
            </a:extLst>
          </p:cNvPr>
          <p:cNvCxnSpPr>
            <a:cxnSpLocks/>
          </p:cNvCxnSpPr>
          <p:nvPr/>
        </p:nvCxnSpPr>
        <p:spPr>
          <a:xfrm>
            <a:off x="9091372" y="4680421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476FD32-649C-7F80-C555-C371003088C3}"/>
              </a:ext>
            </a:extLst>
          </p:cNvPr>
          <p:cNvSpPr>
            <a:spLocks/>
          </p:cNvSpPr>
          <p:nvPr/>
        </p:nvSpPr>
        <p:spPr>
          <a:xfrm>
            <a:off x="7936199" y="2064715"/>
            <a:ext cx="2382195" cy="232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    Tìm kiểm                       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58BDA1B5-FB78-1C39-125E-4D4A8791C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699625"/>
              </p:ext>
            </p:extLst>
          </p:nvPr>
        </p:nvGraphicFramePr>
        <p:xfrm>
          <a:off x="7981398" y="2436233"/>
          <a:ext cx="2359856" cy="214477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7238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Vudinh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1072389"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A04A254-7221-19B1-57A4-08F66A292ABE}"/>
              </a:ext>
            </a:extLst>
          </p:cNvPr>
          <p:cNvSpPr>
            <a:spLocks/>
          </p:cNvSpPr>
          <p:nvPr/>
        </p:nvSpPr>
        <p:spPr>
          <a:xfrm>
            <a:off x="8244706" y="3351335"/>
            <a:ext cx="592147" cy="105333"/>
          </a:xfrm>
          <a:prstGeom prst="roundRe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Đã bị ban</a:t>
            </a:r>
          </a:p>
        </p:txBody>
      </p:sp>
      <p:pic>
        <p:nvPicPr>
          <p:cNvPr id="87" name="Picture 86" descr="A cartoon of a person&#10;&#10;AI-generated content may be incorrect.">
            <a:extLst>
              <a:ext uri="{FF2B5EF4-FFF2-40B4-BE49-F238E27FC236}">
                <a16:creationId xmlns:a16="http://schemas.microsoft.com/office/drawing/2014/main" id="{BD3B07C7-428A-9135-200B-8332A9127E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128" y="2723710"/>
            <a:ext cx="415301" cy="415301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79B75B7-E194-90A2-B905-2366BEF47437}"/>
              </a:ext>
            </a:extLst>
          </p:cNvPr>
          <p:cNvSpPr txBox="1"/>
          <p:nvPr/>
        </p:nvSpPr>
        <p:spPr>
          <a:xfrm>
            <a:off x="5942893" y="2536672"/>
            <a:ext cx="1204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Số điện thoại: 03xxxxxxxxx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2126AB-32B6-FEF5-6F97-6D2751C4B49A}"/>
              </a:ext>
            </a:extLst>
          </p:cNvPr>
          <p:cNvSpPr txBox="1"/>
          <p:nvPr/>
        </p:nvSpPr>
        <p:spPr>
          <a:xfrm>
            <a:off x="5971179" y="2941513"/>
            <a:ext cx="1163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Email: dinhvietvu15032004bn@gmail.com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0A3C84E-DF17-4C01-63F7-8380BC0F8ED6}"/>
              </a:ext>
            </a:extLst>
          </p:cNvPr>
          <p:cNvSpPr txBox="1"/>
          <p:nvPr/>
        </p:nvSpPr>
        <p:spPr>
          <a:xfrm>
            <a:off x="9143150" y="2561988"/>
            <a:ext cx="1204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Số điện thoại: 03xxxxxxxxx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97CEA6-FA14-D8AB-53E9-B25E35272139}"/>
              </a:ext>
            </a:extLst>
          </p:cNvPr>
          <p:cNvSpPr txBox="1"/>
          <p:nvPr/>
        </p:nvSpPr>
        <p:spPr>
          <a:xfrm>
            <a:off x="9149076" y="2957638"/>
            <a:ext cx="1163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Email: dinhvietvu15032004bn@gmail.com</a:t>
            </a:r>
          </a:p>
        </p:txBody>
      </p:sp>
    </p:spTree>
    <p:extLst>
      <p:ext uri="{BB962C8B-B14F-4D97-AF65-F5344CB8AC3E}">
        <p14:creationId xmlns:p14="http://schemas.microsoft.com/office/powerpoint/2010/main" val="805848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CBA4-F1CE-A9ED-A9AE-4747C4CA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E4A5C8-EB9E-0E01-EE64-00FB29B55DC3}"/>
              </a:ext>
            </a:extLst>
          </p:cNvPr>
          <p:cNvSpPr>
            <a:spLocks/>
          </p:cNvSpPr>
          <p:nvPr/>
        </p:nvSpPr>
        <p:spPr>
          <a:xfrm>
            <a:off x="4211835" y="492688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045DD-C267-02FE-EF8A-E394C7FBC2BC}"/>
              </a:ext>
            </a:extLst>
          </p:cNvPr>
          <p:cNvSpPr>
            <a:spLocks/>
          </p:cNvSpPr>
          <p:nvPr/>
        </p:nvSpPr>
        <p:spPr>
          <a:xfrm>
            <a:off x="4249807" y="127895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E6C0E-6217-1D45-C45D-D9DE57A3CFA6}"/>
              </a:ext>
            </a:extLst>
          </p:cNvPr>
          <p:cNvSpPr>
            <a:spLocks/>
          </p:cNvSpPr>
          <p:nvPr/>
        </p:nvSpPr>
        <p:spPr>
          <a:xfrm>
            <a:off x="4202002" y="467077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A9605-39E6-5145-2C0D-CB3A9989F0E3}"/>
              </a:ext>
            </a:extLst>
          </p:cNvPr>
          <p:cNvSpPr txBox="1">
            <a:spLocks/>
          </p:cNvSpPr>
          <p:nvPr/>
        </p:nvSpPr>
        <p:spPr>
          <a:xfrm>
            <a:off x="4303305" y="474864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E74AF9-5B08-EDEB-2866-451D88F1A310}"/>
              </a:ext>
            </a:extLst>
          </p:cNvPr>
          <p:cNvGraphicFramePr>
            <a:graphicFrameLocks/>
          </p:cNvGraphicFramePr>
          <p:nvPr/>
        </p:nvGraphicFramePr>
        <p:xfrm>
          <a:off x="4285965" y="6069672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87A17948-76DA-D5F6-DFB0-A09E67E12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25" y="6125234"/>
            <a:ext cx="113057" cy="113057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6F58C7D9-6448-D09E-4120-1F07297D6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38" y="6098317"/>
            <a:ext cx="324459" cy="1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461D5E9-C6CC-A1A1-7781-8CDB258286B5}"/>
              </a:ext>
            </a:extLst>
          </p:cNvPr>
          <p:cNvSpPr>
            <a:spLocks/>
          </p:cNvSpPr>
          <p:nvPr/>
        </p:nvSpPr>
        <p:spPr>
          <a:xfrm>
            <a:off x="6321511" y="55368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53192EF-50AF-DBCF-310D-07EA87169182}"/>
              </a:ext>
            </a:extLst>
          </p:cNvPr>
          <p:cNvGraphicFramePr>
            <a:graphicFrameLocks/>
          </p:cNvGraphicFramePr>
          <p:nvPr/>
        </p:nvGraphicFramePr>
        <p:xfrm>
          <a:off x="4238505" y="64247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E52823D-AFB7-26A6-1D29-1F171232B84B}"/>
              </a:ext>
            </a:extLst>
          </p:cNvPr>
          <p:cNvSpPr>
            <a:spLocks/>
          </p:cNvSpPr>
          <p:nvPr/>
        </p:nvSpPr>
        <p:spPr>
          <a:xfrm>
            <a:off x="4352635" y="66971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EDFF76-936C-D049-D9A2-5694C3D7BAA7}"/>
              </a:ext>
            </a:extLst>
          </p:cNvPr>
          <p:cNvSpPr>
            <a:spLocks/>
          </p:cNvSpPr>
          <p:nvPr/>
        </p:nvSpPr>
        <p:spPr>
          <a:xfrm>
            <a:off x="6671528" y="55368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070DA0-F1A9-CD69-2F05-037D9DA9AC08}"/>
              </a:ext>
            </a:extLst>
          </p:cNvPr>
          <p:cNvSpPr>
            <a:spLocks/>
          </p:cNvSpPr>
          <p:nvPr/>
        </p:nvSpPr>
        <p:spPr>
          <a:xfrm>
            <a:off x="6734830" y="55368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04C6E2-ECFB-03E9-FAF0-0F03F4E20B8D}"/>
              </a:ext>
            </a:extLst>
          </p:cNvPr>
          <p:cNvSpPr>
            <a:spLocks/>
          </p:cNvSpPr>
          <p:nvPr/>
        </p:nvSpPr>
        <p:spPr>
          <a:xfrm>
            <a:off x="6616574" y="55368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14E21-277F-FB74-F033-22F956F02065}"/>
              </a:ext>
            </a:extLst>
          </p:cNvPr>
          <p:cNvSpPr>
            <a:spLocks/>
          </p:cNvSpPr>
          <p:nvPr/>
        </p:nvSpPr>
        <p:spPr>
          <a:xfrm>
            <a:off x="4249807" y="150804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0345FF-3D76-2BCB-DE37-86DFCA247236}"/>
              </a:ext>
            </a:extLst>
          </p:cNvPr>
          <p:cNvSpPr>
            <a:spLocks/>
          </p:cNvSpPr>
          <p:nvPr/>
        </p:nvSpPr>
        <p:spPr>
          <a:xfrm>
            <a:off x="1128628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202952-6F2E-1AEB-1540-46C6536DADD2}"/>
              </a:ext>
            </a:extLst>
          </p:cNvPr>
          <p:cNvSpPr>
            <a:spLocks/>
          </p:cNvSpPr>
          <p:nvPr/>
        </p:nvSpPr>
        <p:spPr>
          <a:xfrm>
            <a:off x="1556264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6C1414-6C23-09BF-3C30-A9EF72D89081}"/>
              </a:ext>
            </a:extLst>
          </p:cNvPr>
          <p:cNvSpPr>
            <a:spLocks/>
          </p:cNvSpPr>
          <p:nvPr/>
        </p:nvSpPr>
        <p:spPr>
          <a:xfrm>
            <a:off x="1556264" y="3248275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A34FD2-0825-1C40-33B7-3B06154420A5}"/>
              </a:ext>
            </a:extLst>
          </p:cNvPr>
          <p:cNvSpPr>
            <a:spLocks/>
          </p:cNvSpPr>
          <p:nvPr/>
        </p:nvSpPr>
        <p:spPr>
          <a:xfrm>
            <a:off x="1166600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D73E4D5-C854-13E8-F643-33D43F5DE597}"/>
              </a:ext>
            </a:extLst>
          </p:cNvPr>
          <p:cNvSpPr>
            <a:spLocks/>
          </p:cNvSpPr>
          <p:nvPr/>
        </p:nvSpPr>
        <p:spPr>
          <a:xfrm>
            <a:off x="1118795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24049C-EA92-F61B-4473-69DBDCA213C0}"/>
              </a:ext>
            </a:extLst>
          </p:cNvPr>
          <p:cNvSpPr txBox="1">
            <a:spLocks/>
          </p:cNvSpPr>
          <p:nvPr/>
        </p:nvSpPr>
        <p:spPr>
          <a:xfrm>
            <a:off x="1220098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779D594B-FC28-90D8-7A30-EE7F20A48AA8}"/>
              </a:ext>
            </a:extLst>
          </p:cNvPr>
          <p:cNvGraphicFramePr>
            <a:graphicFrameLocks/>
          </p:cNvGraphicFramePr>
          <p:nvPr/>
        </p:nvGraphicFramePr>
        <p:xfrm>
          <a:off x="1229930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69" name="Picture 6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7599316C-2513-8ED1-2A9E-994902281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918" y="6114946"/>
            <a:ext cx="113057" cy="113057"/>
          </a:xfrm>
          <a:prstGeom prst="rect">
            <a:avLst/>
          </a:prstGeom>
        </p:spPr>
      </p:pic>
      <p:pic>
        <p:nvPicPr>
          <p:cNvPr id="71" name="Picture 70" descr="A blue and white logo&#10;&#10;AI-generated content may be incorrect.">
            <a:extLst>
              <a:ext uri="{FF2B5EF4-FFF2-40B4-BE49-F238E27FC236}">
                <a16:creationId xmlns:a16="http://schemas.microsoft.com/office/drawing/2014/main" id="{44F43D5E-2E37-3C21-6714-562005AD8B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31" y="6088029"/>
            <a:ext cx="324459" cy="16200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FF9E7B6-7BD1-1BEF-9509-3AEFA8EF4449}"/>
              </a:ext>
            </a:extLst>
          </p:cNvPr>
          <p:cNvSpPr>
            <a:spLocks/>
          </p:cNvSpPr>
          <p:nvPr/>
        </p:nvSpPr>
        <p:spPr>
          <a:xfrm>
            <a:off x="3238304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290DB3-8699-650A-4491-E6F729D4EA46}"/>
              </a:ext>
            </a:extLst>
          </p:cNvPr>
          <p:cNvSpPr>
            <a:spLocks/>
          </p:cNvSpPr>
          <p:nvPr/>
        </p:nvSpPr>
        <p:spPr>
          <a:xfrm>
            <a:off x="3588321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3A887B-769D-4F1F-7851-46FE40B3ED7C}"/>
              </a:ext>
            </a:extLst>
          </p:cNvPr>
          <p:cNvSpPr>
            <a:spLocks/>
          </p:cNvSpPr>
          <p:nvPr/>
        </p:nvSpPr>
        <p:spPr>
          <a:xfrm>
            <a:off x="3651623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054B024-C2D1-9179-5A3E-89ECDDA7F7DF}"/>
              </a:ext>
            </a:extLst>
          </p:cNvPr>
          <p:cNvSpPr>
            <a:spLocks/>
          </p:cNvSpPr>
          <p:nvPr/>
        </p:nvSpPr>
        <p:spPr>
          <a:xfrm>
            <a:off x="3533367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28569D0-4B95-5BCC-00CD-47DB61B553FF}"/>
              </a:ext>
            </a:extLst>
          </p:cNvPr>
          <p:cNvSpPr>
            <a:spLocks/>
          </p:cNvSpPr>
          <p:nvPr/>
        </p:nvSpPr>
        <p:spPr>
          <a:xfrm>
            <a:off x="1166600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BFBFCBA-8339-DE1B-F7F7-AFE6CB71060E}"/>
              </a:ext>
            </a:extLst>
          </p:cNvPr>
          <p:cNvSpPr>
            <a:spLocks/>
          </p:cNvSpPr>
          <p:nvPr/>
        </p:nvSpPr>
        <p:spPr>
          <a:xfrm>
            <a:off x="1556264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C44B991-D087-B053-13D2-C3261BC31E37}"/>
              </a:ext>
            </a:extLst>
          </p:cNvPr>
          <p:cNvSpPr>
            <a:spLocks/>
          </p:cNvSpPr>
          <p:nvPr/>
        </p:nvSpPr>
        <p:spPr>
          <a:xfrm>
            <a:off x="1556264" y="2776792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8FACB34A-CE2A-5119-7E19-8FC87FAD5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22" y="2384383"/>
            <a:ext cx="164218" cy="164218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4658D708-BAF1-7E51-6924-277260548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456" y="1950305"/>
            <a:ext cx="164218" cy="16421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28CD3E0-AA33-9C60-DA5E-29A82BFAB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3622" y="2854450"/>
            <a:ext cx="164218" cy="1642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87D9B9C2-ACB9-FE1D-DDE0-A99F0CA7F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4807" y="3321378"/>
            <a:ext cx="178843" cy="178843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B43692F5-2D77-6815-8370-4390C16F65E1}"/>
              </a:ext>
            </a:extLst>
          </p:cNvPr>
          <p:cNvSpPr>
            <a:spLocks/>
          </p:cNvSpPr>
          <p:nvPr/>
        </p:nvSpPr>
        <p:spPr>
          <a:xfrm>
            <a:off x="1556264" y="4214107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C14EC7D3-D0B2-87D2-6EA9-85EBDD5D88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711" y="4283993"/>
            <a:ext cx="168129" cy="168129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1030E410-6CF6-E6D8-63BD-4B0A71AE7F99}"/>
              </a:ext>
            </a:extLst>
          </p:cNvPr>
          <p:cNvSpPr>
            <a:spLocks/>
          </p:cNvSpPr>
          <p:nvPr/>
        </p:nvSpPr>
        <p:spPr>
          <a:xfrm>
            <a:off x="1556264" y="3733079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Hóa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đơn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E8E237EC-A45D-9019-1F3C-764B4DC79D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601824" y="3825037"/>
            <a:ext cx="176016" cy="176016"/>
          </a:xfrm>
          <a:prstGeom prst="rect">
            <a:avLst/>
          </a:prstGeom>
        </p:spPr>
      </p:pic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B74AD42D-65DB-93A6-EADA-49C704D058DF}"/>
              </a:ext>
            </a:extLst>
          </p:cNvPr>
          <p:cNvGraphicFramePr>
            <a:graphicFrameLocks/>
          </p:cNvGraphicFramePr>
          <p:nvPr/>
        </p:nvGraphicFramePr>
        <p:xfrm>
          <a:off x="1166600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22" name="Action Button: Go Home 1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9F4EDAE-8864-3060-1A3D-998434A838D6}"/>
              </a:ext>
            </a:extLst>
          </p:cNvPr>
          <p:cNvSpPr>
            <a:spLocks/>
          </p:cNvSpPr>
          <p:nvPr/>
        </p:nvSpPr>
        <p:spPr>
          <a:xfrm>
            <a:off x="1280730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3" name="Picture 122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4A928465-A0AD-D829-1DB2-4BB6BA46FF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604" y="928314"/>
            <a:ext cx="531887" cy="338256"/>
          </a:xfrm>
          <a:prstGeom prst="rect">
            <a:avLst/>
          </a:prstGeom>
        </p:spPr>
      </p:pic>
      <p:pic>
        <p:nvPicPr>
          <p:cNvPr id="124" name="Picture 123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F2F06D52-CB07-8396-3384-84625BC933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802" y="920592"/>
            <a:ext cx="531887" cy="338256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4C484AC-F129-D3D0-C7F7-53F972EAAA0C}"/>
              </a:ext>
            </a:extLst>
          </p:cNvPr>
          <p:cNvCxnSpPr>
            <a:cxnSpLocks/>
          </p:cNvCxnSpPr>
          <p:nvPr/>
        </p:nvCxnSpPr>
        <p:spPr>
          <a:xfrm>
            <a:off x="5446465" y="18140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88148C9-37F2-DBCE-A86D-E2D861D5B076}"/>
              </a:ext>
            </a:extLst>
          </p:cNvPr>
          <p:cNvCxnSpPr>
            <a:cxnSpLocks/>
          </p:cNvCxnSpPr>
          <p:nvPr/>
        </p:nvCxnSpPr>
        <p:spPr>
          <a:xfrm>
            <a:off x="2382943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2D20481-828C-5C3E-C67F-13492387D9DA}"/>
              </a:ext>
            </a:extLst>
          </p:cNvPr>
          <p:cNvCxnSpPr>
            <a:cxnSpLocks/>
          </p:cNvCxnSpPr>
          <p:nvPr/>
        </p:nvCxnSpPr>
        <p:spPr>
          <a:xfrm>
            <a:off x="2360426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4A41FCD0-AF06-58F1-14E6-A9C7EBAD599F}"/>
              </a:ext>
            </a:extLst>
          </p:cNvPr>
          <p:cNvSpPr/>
          <p:nvPr/>
        </p:nvSpPr>
        <p:spPr>
          <a:xfrm>
            <a:off x="3922874" y="2957458"/>
            <a:ext cx="166856" cy="12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11215-91CB-10C0-36F3-8AD8F79714B5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0000"/>
                </a:highlight>
              </a:rPr>
              <a:t>Admin: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E8652E-23F8-58AD-50BE-57FFE8A673EC}"/>
              </a:ext>
            </a:extLst>
          </p:cNvPr>
          <p:cNvCxnSpPr>
            <a:cxnSpLocks/>
          </p:cNvCxnSpPr>
          <p:nvPr/>
        </p:nvCxnSpPr>
        <p:spPr>
          <a:xfrm>
            <a:off x="5530667" y="463905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E3D786-9812-C65E-6A47-CEC317DCBC22}"/>
              </a:ext>
            </a:extLst>
          </p:cNvPr>
          <p:cNvSpPr>
            <a:spLocks/>
          </p:cNvSpPr>
          <p:nvPr/>
        </p:nvSpPr>
        <p:spPr>
          <a:xfrm>
            <a:off x="4375494" y="2023351"/>
            <a:ext cx="2382195" cy="232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    Tìm kiểm                      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A91189-05C1-A532-CFCF-3588C4CEC418}"/>
              </a:ext>
            </a:extLst>
          </p:cNvPr>
          <p:cNvGraphicFramePr>
            <a:graphicFrameLocks/>
          </p:cNvGraphicFramePr>
          <p:nvPr/>
        </p:nvGraphicFramePr>
        <p:xfrm>
          <a:off x="4397833" y="2438537"/>
          <a:ext cx="2359856" cy="214477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7238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Vudinh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Môi trường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1072389"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10A4D8-4240-47C8-8148-EE625DC90316}"/>
              </a:ext>
            </a:extLst>
          </p:cNvPr>
          <p:cNvSpPr>
            <a:spLocks/>
          </p:cNvSpPr>
          <p:nvPr/>
        </p:nvSpPr>
        <p:spPr>
          <a:xfrm>
            <a:off x="4684001" y="3309971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Hoàn thành</a:t>
            </a:r>
          </a:p>
        </p:txBody>
      </p:sp>
      <p:pic>
        <p:nvPicPr>
          <p:cNvPr id="17" name="Picture 16" descr="A cartoon of a person&#10;&#10;AI-generated content may be incorrect.">
            <a:extLst>
              <a:ext uri="{FF2B5EF4-FFF2-40B4-BE49-F238E27FC236}">
                <a16:creationId xmlns:a16="http://schemas.microsoft.com/office/drawing/2014/main" id="{6B5A7C1F-21C2-F1F1-06B5-AC08CAE939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423" y="2682346"/>
            <a:ext cx="415301" cy="415301"/>
          </a:xfrm>
          <a:prstGeom prst="rect">
            <a:avLst/>
          </a:prstGeom>
        </p:spPr>
      </p:pic>
      <p:pic>
        <p:nvPicPr>
          <p:cNvPr id="18" name="Picture 17" descr="A cartoon of a blue mouse&#10;&#10;AI-generated content may be incorrect.">
            <a:extLst>
              <a:ext uri="{FF2B5EF4-FFF2-40B4-BE49-F238E27FC236}">
                <a16:creationId xmlns:a16="http://schemas.microsoft.com/office/drawing/2014/main" id="{20033E78-7317-81BF-4883-5711943555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26" y="2775851"/>
            <a:ext cx="341516" cy="46482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C9F002-DD41-E6F4-F82D-2BF95DA9912D}"/>
              </a:ext>
            </a:extLst>
          </p:cNvPr>
          <p:cNvSpPr>
            <a:spLocks/>
          </p:cNvSpPr>
          <p:nvPr/>
        </p:nvSpPr>
        <p:spPr>
          <a:xfrm>
            <a:off x="5896310" y="3284877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354582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6084-AE7A-D98B-68CA-9BFACFD7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A0FA46-7DDB-7817-40EC-14E4D1B6DE8F}"/>
              </a:ext>
            </a:extLst>
          </p:cNvPr>
          <p:cNvSpPr>
            <a:spLocks/>
          </p:cNvSpPr>
          <p:nvPr/>
        </p:nvSpPr>
        <p:spPr>
          <a:xfrm>
            <a:off x="4211835" y="492688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65109F-AD5D-6B1A-33C4-6C620CC313DB}"/>
              </a:ext>
            </a:extLst>
          </p:cNvPr>
          <p:cNvSpPr>
            <a:spLocks/>
          </p:cNvSpPr>
          <p:nvPr/>
        </p:nvSpPr>
        <p:spPr>
          <a:xfrm>
            <a:off x="4249807" y="1278951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6159F-516A-C77F-CE85-0822D8A48839}"/>
              </a:ext>
            </a:extLst>
          </p:cNvPr>
          <p:cNvSpPr>
            <a:spLocks/>
          </p:cNvSpPr>
          <p:nvPr/>
        </p:nvSpPr>
        <p:spPr>
          <a:xfrm>
            <a:off x="4202002" y="4670779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0457E-DB57-F610-EEEE-61166FF96D56}"/>
              </a:ext>
            </a:extLst>
          </p:cNvPr>
          <p:cNvSpPr txBox="1">
            <a:spLocks/>
          </p:cNvSpPr>
          <p:nvPr/>
        </p:nvSpPr>
        <p:spPr>
          <a:xfrm>
            <a:off x="4303305" y="4748647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ABE565-F994-0FCC-941B-9DA313415193}"/>
              </a:ext>
            </a:extLst>
          </p:cNvPr>
          <p:cNvGraphicFramePr>
            <a:graphicFrameLocks/>
          </p:cNvGraphicFramePr>
          <p:nvPr/>
        </p:nvGraphicFramePr>
        <p:xfrm>
          <a:off x="4285965" y="6069672"/>
          <a:ext cx="2524566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83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62283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DCB60687-856E-875B-5B5F-98D330B36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25" y="6125234"/>
            <a:ext cx="113057" cy="113057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A6C61618-62E9-1420-F361-3D5435949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38" y="6098317"/>
            <a:ext cx="324459" cy="1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8EA4202-2A44-70BC-446C-EE7B4ACDE4B7}"/>
              </a:ext>
            </a:extLst>
          </p:cNvPr>
          <p:cNvSpPr>
            <a:spLocks/>
          </p:cNvSpPr>
          <p:nvPr/>
        </p:nvSpPr>
        <p:spPr>
          <a:xfrm>
            <a:off x="6321511" y="553686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B99B058-8474-4F85-934D-8B474BF7EDCB}"/>
              </a:ext>
            </a:extLst>
          </p:cNvPr>
          <p:cNvGraphicFramePr>
            <a:graphicFrameLocks/>
          </p:cNvGraphicFramePr>
          <p:nvPr/>
        </p:nvGraphicFramePr>
        <p:xfrm>
          <a:off x="4238505" y="642472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36" name="Action Button: Go Home 3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1B4FF09-F9E4-8ABF-9989-2F9BF5044D56}"/>
              </a:ext>
            </a:extLst>
          </p:cNvPr>
          <p:cNvSpPr>
            <a:spLocks/>
          </p:cNvSpPr>
          <p:nvPr/>
        </p:nvSpPr>
        <p:spPr>
          <a:xfrm>
            <a:off x="4352635" y="669710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160C9A-7F4A-DAEF-2F2C-82BBC1360AEE}"/>
              </a:ext>
            </a:extLst>
          </p:cNvPr>
          <p:cNvSpPr>
            <a:spLocks/>
          </p:cNvSpPr>
          <p:nvPr/>
        </p:nvSpPr>
        <p:spPr>
          <a:xfrm>
            <a:off x="6671528" y="553686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67D150-B178-2CDB-D263-7DCE7718C30F}"/>
              </a:ext>
            </a:extLst>
          </p:cNvPr>
          <p:cNvSpPr>
            <a:spLocks/>
          </p:cNvSpPr>
          <p:nvPr/>
        </p:nvSpPr>
        <p:spPr>
          <a:xfrm>
            <a:off x="6734830" y="553686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CA9F0D-EBD7-4DF2-6952-B6F0B9C2BC82}"/>
              </a:ext>
            </a:extLst>
          </p:cNvPr>
          <p:cNvSpPr>
            <a:spLocks/>
          </p:cNvSpPr>
          <p:nvPr/>
        </p:nvSpPr>
        <p:spPr>
          <a:xfrm>
            <a:off x="6616574" y="553686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312B5-5244-76C5-242C-73330B2041AC}"/>
              </a:ext>
            </a:extLst>
          </p:cNvPr>
          <p:cNvSpPr>
            <a:spLocks/>
          </p:cNvSpPr>
          <p:nvPr/>
        </p:nvSpPr>
        <p:spPr>
          <a:xfrm>
            <a:off x="4249807" y="1508042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915484-8595-CA9F-1B66-657C073E1CE7}"/>
              </a:ext>
            </a:extLst>
          </p:cNvPr>
          <p:cNvSpPr>
            <a:spLocks/>
          </p:cNvSpPr>
          <p:nvPr/>
        </p:nvSpPr>
        <p:spPr>
          <a:xfrm>
            <a:off x="1128628" y="482400"/>
            <a:ext cx="2700000" cy="589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93FCEB5-032A-D689-C0F9-11896CEB62E0}"/>
              </a:ext>
            </a:extLst>
          </p:cNvPr>
          <p:cNvSpPr>
            <a:spLocks/>
          </p:cNvSpPr>
          <p:nvPr/>
        </p:nvSpPr>
        <p:spPr>
          <a:xfrm>
            <a:off x="1556264" y="2317969"/>
            <a:ext cx="1848464" cy="344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Yêu cầu hỗ trợ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785BAE6-ED66-9188-7A1A-2753A9002DEE}"/>
              </a:ext>
            </a:extLst>
          </p:cNvPr>
          <p:cNvSpPr>
            <a:spLocks/>
          </p:cNvSpPr>
          <p:nvPr/>
        </p:nvSpPr>
        <p:spPr>
          <a:xfrm>
            <a:off x="1556264" y="3248275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Thông tin tài khoản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E182B0-D356-BFD5-90C6-E2BC4A3DCDB3}"/>
              </a:ext>
            </a:extLst>
          </p:cNvPr>
          <p:cNvSpPr>
            <a:spLocks/>
          </p:cNvSpPr>
          <p:nvPr/>
        </p:nvSpPr>
        <p:spPr>
          <a:xfrm>
            <a:off x="1166600" y="1268663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Tài khoản: Đinh Viết Vũ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7ECF27-FB63-6890-E667-6E5AB34A909E}"/>
              </a:ext>
            </a:extLst>
          </p:cNvPr>
          <p:cNvSpPr>
            <a:spLocks/>
          </p:cNvSpPr>
          <p:nvPr/>
        </p:nvSpPr>
        <p:spPr>
          <a:xfrm>
            <a:off x="1118795" y="4660491"/>
            <a:ext cx="2700000" cy="17253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390C24-D7DD-FF9F-1183-8E45D627C387}"/>
              </a:ext>
            </a:extLst>
          </p:cNvPr>
          <p:cNvSpPr txBox="1">
            <a:spLocks/>
          </p:cNvSpPr>
          <p:nvPr/>
        </p:nvSpPr>
        <p:spPr>
          <a:xfrm>
            <a:off x="1220098" y="4738359"/>
            <a:ext cx="2497393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BNCloud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Hỗ trợ 24/24h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 Cung cấp dịch vụ đám mây và nền tảng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Đàm bảo hiệu xuất ổn định, bảo mật tối đa, hỗ trợ kĩ thuật tận tâm.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Liện hệ với chúng tôi: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1BA60DF-2A25-1699-EAE1-04D7F7CF266A}"/>
              </a:ext>
            </a:extLst>
          </p:cNvPr>
          <p:cNvGraphicFramePr>
            <a:graphicFrameLocks/>
          </p:cNvGraphicFramePr>
          <p:nvPr/>
        </p:nvGraphicFramePr>
        <p:xfrm>
          <a:off x="1229930" y="6060659"/>
          <a:ext cx="2497394" cy="25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1794076455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13673019"/>
                    </a:ext>
                  </a:extLst>
                </a:gridCol>
              </a:tblGrid>
              <a:tr h="259732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Zalo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             Facebook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08585"/>
                  </a:ext>
                </a:extLst>
              </a:tr>
            </a:tbl>
          </a:graphicData>
        </a:graphic>
      </p:graphicFrame>
      <p:pic>
        <p:nvPicPr>
          <p:cNvPr id="69" name="Picture 68" descr="A blue circle with a white letter f in it&#10;&#10;AI-generated content may be incorrect.">
            <a:extLst>
              <a:ext uri="{FF2B5EF4-FFF2-40B4-BE49-F238E27FC236}">
                <a16:creationId xmlns:a16="http://schemas.microsoft.com/office/drawing/2014/main" id="{8AAC35C7-E308-6E00-62B8-3114A1C36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918" y="6114946"/>
            <a:ext cx="113057" cy="113057"/>
          </a:xfrm>
          <a:prstGeom prst="rect">
            <a:avLst/>
          </a:prstGeom>
        </p:spPr>
      </p:pic>
      <p:pic>
        <p:nvPicPr>
          <p:cNvPr id="71" name="Picture 70" descr="A blue and white logo&#10;&#10;AI-generated content may be incorrect.">
            <a:extLst>
              <a:ext uri="{FF2B5EF4-FFF2-40B4-BE49-F238E27FC236}">
                <a16:creationId xmlns:a16="http://schemas.microsoft.com/office/drawing/2014/main" id="{7F65E306-2545-4981-FBED-AA76E493A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31" y="6088029"/>
            <a:ext cx="324459" cy="16200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A0A2D0E5-A1A0-DF6C-BCC1-4CA2591CB9E4}"/>
              </a:ext>
            </a:extLst>
          </p:cNvPr>
          <p:cNvSpPr>
            <a:spLocks/>
          </p:cNvSpPr>
          <p:nvPr/>
        </p:nvSpPr>
        <p:spPr>
          <a:xfrm>
            <a:off x="3238304" y="543398"/>
            <a:ext cx="381225" cy="67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80%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BB9F94-0714-0D78-B351-D2BB31B12529}"/>
              </a:ext>
            </a:extLst>
          </p:cNvPr>
          <p:cNvSpPr>
            <a:spLocks/>
          </p:cNvSpPr>
          <p:nvPr/>
        </p:nvSpPr>
        <p:spPr>
          <a:xfrm>
            <a:off x="3588321" y="543398"/>
            <a:ext cx="45719" cy="6715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FB1A35D-7CA0-CC45-5C79-BB82BD5D38B4}"/>
              </a:ext>
            </a:extLst>
          </p:cNvPr>
          <p:cNvSpPr>
            <a:spLocks/>
          </p:cNvSpPr>
          <p:nvPr/>
        </p:nvSpPr>
        <p:spPr>
          <a:xfrm>
            <a:off x="3651623" y="543398"/>
            <a:ext cx="45719" cy="671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2606D32-EEF3-EB20-7600-56BB2273242A}"/>
              </a:ext>
            </a:extLst>
          </p:cNvPr>
          <p:cNvSpPr>
            <a:spLocks/>
          </p:cNvSpPr>
          <p:nvPr/>
        </p:nvSpPr>
        <p:spPr>
          <a:xfrm>
            <a:off x="3533367" y="543398"/>
            <a:ext cx="45719" cy="6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8B15DF9-655C-1C5A-8A26-2417A3726ADA}"/>
              </a:ext>
            </a:extLst>
          </p:cNvPr>
          <p:cNvSpPr>
            <a:spLocks/>
          </p:cNvSpPr>
          <p:nvPr/>
        </p:nvSpPr>
        <p:spPr>
          <a:xfrm>
            <a:off x="1166600" y="1497754"/>
            <a:ext cx="2617599" cy="23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dinhvietvu15032004bn@gmail.com</a:t>
            </a:r>
            <a:endParaRPr lang="en-US" sz="8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79ABD8E-5487-64C0-5ACA-005954A48A67}"/>
              </a:ext>
            </a:extLst>
          </p:cNvPr>
          <p:cNvSpPr>
            <a:spLocks/>
          </p:cNvSpPr>
          <p:nvPr/>
        </p:nvSpPr>
        <p:spPr>
          <a:xfrm>
            <a:off x="1556264" y="1850001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Tất cả dịch vụ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DDCA38F-242D-7FEE-D36E-1C3019564265}"/>
              </a:ext>
            </a:extLst>
          </p:cNvPr>
          <p:cNvSpPr>
            <a:spLocks/>
          </p:cNvSpPr>
          <p:nvPr/>
        </p:nvSpPr>
        <p:spPr>
          <a:xfrm>
            <a:off x="1556264" y="2776792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Dịch vụ của tôi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E9E45AC0-60A2-03B0-904F-76134BB77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22" y="2384383"/>
            <a:ext cx="164218" cy="164218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8C304556-D21E-A2B9-6A7F-839CC8AAB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456" y="1950305"/>
            <a:ext cx="164218" cy="16421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7BABB6A-DE55-DB29-19E4-5AB7B43007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3622" y="2854450"/>
            <a:ext cx="164218" cy="1642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62E8AE1-AD02-7506-41CE-C27A147F0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4807" y="3321378"/>
            <a:ext cx="178843" cy="178843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A7106413-CBFE-E538-6A46-53AC2C0A9915}"/>
              </a:ext>
            </a:extLst>
          </p:cNvPr>
          <p:cNvSpPr>
            <a:spLocks/>
          </p:cNvSpPr>
          <p:nvPr/>
        </p:nvSpPr>
        <p:spPr>
          <a:xfrm>
            <a:off x="1556264" y="4214107"/>
            <a:ext cx="1848464" cy="344130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Lịch sử hóa đơn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78E19A89-B2F9-240B-344A-285EBEB128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711" y="4283993"/>
            <a:ext cx="168129" cy="168129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FCFEA618-CDCF-D359-A8B8-C39A892C9D01}"/>
              </a:ext>
            </a:extLst>
          </p:cNvPr>
          <p:cNvSpPr>
            <a:spLocks/>
          </p:cNvSpPr>
          <p:nvPr/>
        </p:nvSpPr>
        <p:spPr>
          <a:xfrm>
            <a:off x="1556264" y="3733079"/>
            <a:ext cx="1848464" cy="34413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</a:t>
            </a:r>
            <a:r>
              <a:rPr lang="en-US" sz="800">
                <a:solidFill>
                  <a:prstClr val="black"/>
                </a:solidFill>
                <a:latin typeface="Aptos" panose="02110004020202020204"/>
              </a:rPr>
              <a:t>Hóa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đơn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2B1ADAF7-0307-EB76-919F-BD841EE64D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601824" y="3825037"/>
            <a:ext cx="176016" cy="176016"/>
          </a:xfrm>
          <a:prstGeom prst="rect">
            <a:avLst/>
          </a:prstGeom>
        </p:spPr>
      </p:pic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1588F75E-6B58-CD52-7039-F5DFD22D7519}"/>
              </a:ext>
            </a:extLst>
          </p:cNvPr>
          <p:cNvGraphicFramePr>
            <a:graphicFrameLocks/>
          </p:cNvGraphicFramePr>
          <p:nvPr/>
        </p:nvGraphicFramePr>
        <p:xfrm>
          <a:off x="1166600" y="643180"/>
          <a:ext cx="262890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39">
                  <a:extLst>
                    <a:ext uri="{9D8B030D-6E8A-4147-A177-3AD203B41FA5}">
                      <a16:colId xmlns:a16="http://schemas.microsoft.com/office/drawing/2014/main" val="1428884728"/>
                    </a:ext>
                  </a:extLst>
                </a:gridCol>
                <a:gridCol w="2117662">
                  <a:extLst>
                    <a:ext uri="{9D8B030D-6E8A-4147-A177-3AD203B41FA5}">
                      <a16:colId xmlns:a16="http://schemas.microsoft.com/office/drawing/2014/main" val="2809888154"/>
                    </a:ext>
                  </a:extLst>
                </a:gridCol>
              </a:tblGrid>
              <a:tr h="157944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https:dinhvietvu.com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52636"/>
                  </a:ext>
                </a:extLst>
              </a:tr>
            </a:tbl>
          </a:graphicData>
        </a:graphic>
      </p:graphicFrame>
      <p:sp>
        <p:nvSpPr>
          <p:cNvPr id="122" name="Action Button: Go Home 1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78CA43E-4D44-A2EB-4CC8-77988E54F431}"/>
              </a:ext>
            </a:extLst>
          </p:cNvPr>
          <p:cNvSpPr>
            <a:spLocks/>
          </p:cNvSpPr>
          <p:nvPr/>
        </p:nvSpPr>
        <p:spPr>
          <a:xfrm>
            <a:off x="1280730" y="670418"/>
            <a:ext cx="209931" cy="115818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3" name="Picture 122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4EC44295-CFA3-391B-FA03-E7716D9C1A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604" y="928314"/>
            <a:ext cx="531887" cy="338256"/>
          </a:xfrm>
          <a:prstGeom prst="rect">
            <a:avLst/>
          </a:prstGeom>
        </p:spPr>
      </p:pic>
      <p:pic>
        <p:nvPicPr>
          <p:cNvPr id="124" name="Picture 123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6539534-F21D-A1F4-B523-4F56D4762F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802" y="920592"/>
            <a:ext cx="531887" cy="338256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9A80A21-E58F-484A-C9C0-B64BF7AA2973}"/>
              </a:ext>
            </a:extLst>
          </p:cNvPr>
          <p:cNvCxnSpPr>
            <a:cxnSpLocks/>
          </p:cNvCxnSpPr>
          <p:nvPr/>
        </p:nvCxnSpPr>
        <p:spPr>
          <a:xfrm>
            <a:off x="5446465" y="1814056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F533B76-B7A7-0928-2B13-10ED5C14C43D}"/>
              </a:ext>
            </a:extLst>
          </p:cNvPr>
          <p:cNvCxnSpPr>
            <a:cxnSpLocks/>
          </p:cNvCxnSpPr>
          <p:nvPr/>
        </p:nvCxnSpPr>
        <p:spPr>
          <a:xfrm>
            <a:off x="2382943" y="4606708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D59CC2A-6F05-1482-4975-B8443EEF9978}"/>
              </a:ext>
            </a:extLst>
          </p:cNvPr>
          <p:cNvCxnSpPr>
            <a:cxnSpLocks/>
          </p:cNvCxnSpPr>
          <p:nvPr/>
        </p:nvCxnSpPr>
        <p:spPr>
          <a:xfrm>
            <a:off x="2360426" y="1807199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784E47B2-957E-4182-7167-8D22CDA38740}"/>
              </a:ext>
            </a:extLst>
          </p:cNvPr>
          <p:cNvSpPr/>
          <p:nvPr/>
        </p:nvSpPr>
        <p:spPr>
          <a:xfrm>
            <a:off x="3922874" y="2957458"/>
            <a:ext cx="166856" cy="122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964D9-3B54-AA76-34B1-5CBD378B78B2}"/>
              </a:ext>
            </a:extLst>
          </p:cNvPr>
          <p:cNvSpPr txBox="1"/>
          <p:nvPr/>
        </p:nvSpPr>
        <p:spPr>
          <a:xfrm>
            <a:off x="91849" y="100162"/>
            <a:ext cx="11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0000"/>
                </a:highlight>
              </a:rPr>
              <a:t>Admin: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821494-D6B3-6BF0-3845-3AB475755001}"/>
              </a:ext>
            </a:extLst>
          </p:cNvPr>
          <p:cNvCxnSpPr>
            <a:cxnSpLocks/>
          </p:cNvCxnSpPr>
          <p:nvPr/>
        </p:nvCxnSpPr>
        <p:spPr>
          <a:xfrm>
            <a:off x="5530667" y="4639057"/>
            <a:ext cx="2560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C48F29-AFD3-C959-9A3E-CF6040D433B0}"/>
              </a:ext>
            </a:extLst>
          </p:cNvPr>
          <p:cNvSpPr>
            <a:spLocks/>
          </p:cNvSpPr>
          <p:nvPr/>
        </p:nvSpPr>
        <p:spPr>
          <a:xfrm>
            <a:off x="4375494" y="2023351"/>
            <a:ext cx="2382195" cy="232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    Tìm kiểm                      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583A611-DB34-34F7-4088-9DAD14C16D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5695898"/>
              </p:ext>
            </p:extLst>
          </p:nvPr>
        </p:nvGraphicFramePr>
        <p:xfrm>
          <a:off x="4397833" y="2438537"/>
          <a:ext cx="2359856" cy="214477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57328">
                  <a:extLst>
                    <a:ext uri="{9D8B030D-6E8A-4147-A177-3AD203B41FA5}">
                      <a16:colId xmlns:a16="http://schemas.microsoft.com/office/drawing/2014/main" val="610198521"/>
                    </a:ext>
                  </a:extLst>
                </a:gridCol>
                <a:gridCol w="1202528">
                  <a:extLst>
                    <a:ext uri="{9D8B030D-6E8A-4147-A177-3AD203B41FA5}">
                      <a16:colId xmlns:a16="http://schemas.microsoft.com/office/drawing/2014/main" val="269126844"/>
                    </a:ext>
                  </a:extLst>
                </a:gridCol>
              </a:tblGrid>
              <a:tr h="107238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Vudinh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Môi trường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956227"/>
                  </a:ext>
                </a:extLst>
              </a:tr>
              <a:tr h="1072389"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99617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BE7A99-1533-EF86-2970-D3B6D9EC1D90}"/>
              </a:ext>
            </a:extLst>
          </p:cNvPr>
          <p:cNvSpPr>
            <a:spLocks/>
          </p:cNvSpPr>
          <p:nvPr/>
        </p:nvSpPr>
        <p:spPr>
          <a:xfrm>
            <a:off x="4684001" y="3309971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Hoàn thành</a:t>
            </a:r>
          </a:p>
        </p:txBody>
      </p:sp>
      <p:pic>
        <p:nvPicPr>
          <p:cNvPr id="17" name="Picture 16" descr="A cartoon of a person&#10;&#10;AI-generated content may be incorrect.">
            <a:extLst>
              <a:ext uri="{FF2B5EF4-FFF2-40B4-BE49-F238E27FC236}">
                <a16:creationId xmlns:a16="http://schemas.microsoft.com/office/drawing/2014/main" id="{76BD3CFB-7A5C-B8A9-FE6B-AE723CB747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423" y="2682346"/>
            <a:ext cx="415301" cy="415301"/>
          </a:xfrm>
          <a:prstGeom prst="rect">
            <a:avLst/>
          </a:prstGeom>
        </p:spPr>
      </p:pic>
      <p:pic>
        <p:nvPicPr>
          <p:cNvPr id="18" name="Picture 17" descr="A cartoon of a blue mouse&#10;&#10;AI-generated content may be incorrect.">
            <a:extLst>
              <a:ext uri="{FF2B5EF4-FFF2-40B4-BE49-F238E27FC236}">
                <a16:creationId xmlns:a16="http://schemas.microsoft.com/office/drawing/2014/main" id="{8446F155-2A90-A003-6A56-6900395CF9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26" y="2775851"/>
            <a:ext cx="341516" cy="46482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80D8F3-A5F2-B325-003A-1B964FFBD6AB}"/>
              </a:ext>
            </a:extLst>
          </p:cNvPr>
          <p:cNvSpPr>
            <a:spLocks/>
          </p:cNvSpPr>
          <p:nvPr/>
        </p:nvSpPr>
        <p:spPr>
          <a:xfrm>
            <a:off x="5896310" y="3284877"/>
            <a:ext cx="592147" cy="1053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bg2">
                    <a:lumMod val="25000"/>
                  </a:schemeClr>
                </a:solidFill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4097163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2341</TotalTime>
  <Words>4443</Words>
  <Application>Microsoft Office PowerPoint</Application>
  <PresentationFormat>Widescreen</PresentationFormat>
  <Paragraphs>976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a44108 Đinh Viết Vũ</dc:creator>
  <cp:lastModifiedBy>Đinh Vu</cp:lastModifiedBy>
  <cp:revision>456</cp:revision>
  <dcterms:created xsi:type="dcterms:W3CDTF">2025-10-03T23:17:07Z</dcterms:created>
  <dcterms:modified xsi:type="dcterms:W3CDTF">2025-10-30T04:09:22Z</dcterms:modified>
</cp:coreProperties>
</file>